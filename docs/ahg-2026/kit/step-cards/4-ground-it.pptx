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463040"/>
            <a:ext cx="10698480" cy="2011680"/>
          </a:xfrm>
        </p:spPr>
        <p:txBody>
          <a:bodyPr wrap="square"/>
          <a:lstStyle/>
          <a:p>
            <a:r>
              <a:rPr sz="4000" b="1" lang="en-US">
                <a:latin typeface="Arial"/>
              </a:rPr>
              <a:t>Step card 4: Ground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2194560"/>
          </a:xfrm>
        </p:spPr>
        <p:txBody>
          <a:bodyPr wrap="square"/>
          <a:lstStyle/>
          <a:p>
            <a:r>
              <a:rPr sz="2400" b="0" lang="en-US">
                <a:latin typeface="Arial"/>
              </a:rPr>
              <a:t>A step card for the AHG 2026 Accessibility Agents workshop.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Block 4 of 7, 1:15 to 2:05.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Step 4 of 7: your agent, grounded in real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What you will have at 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agent giving cited answers from real evidence, a before and after you can show a colleague, and version 3 of your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In a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In the same conversation, paste the text for "Block 4: ground it" from letitglow.app/ahg/assistant, and press Enter. It carries every course file's checker report.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Use the same file as this morning.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Your agent answers again from that file's checker report: GLOW's audit for the documents, axe-core for the web page.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4. </a:t>
            </a:r>
            <a:r>
              <a:rPr sz="2000" b="0" lang="en-US">
                <a:latin typeface="Arial"/>
              </a:rPr>
              <a:t>Read the new answer, then the before and after.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In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Open Copilot Chat: Control+Alt+I on Windows, or Control+Command+I on a Mac.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Type /ground-my-agent and press Enter.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Use the same file as this morning.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4. </a:t>
            </a:r>
            <a:r>
              <a:rPr sz="2000" b="0" lang="en-US">
                <a:latin typeface="Arial"/>
              </a:rPr>
              <a:t>Your agent reads that file's checker report from sample-course/evidence: GLOW's audit for the documents, axe-core for the web page.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5. </a:t>
            </a:r>
            <a:r>
              <a:rPr sz="2000" b="0" lang="en-US">
                <a:latin typeface="Arial"/>
              </a:rPr>
              <a:t>Read the new answer, then Copilot's before and after.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Optional, on any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Open the syllabus in Word, choose Review, then Check Accessibility, and paste the results into the chat with your agent. Same skill, different checker.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The course announcement is online at letitglow.app/ahg/site. Run Accessibility Insights FastPass on it and compare with its checker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Then make the next version, in a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In the same conversation, paste the review text from letitglow.app/ahg/assistant, under "Review your agent", and press Enter.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Read the twelve Yes or Not yet lines, then the one change it suggests and why.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Say yes, or reword the change in your own words. Your assistant gives you version 3 of your agent in a box with a Copy button. Copy it and keep it, the same way as in block 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Then make the next version, in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Type /review-my-agent and press Enter.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Read the twelve Yes or Not yet lines, then the one change it suggests and why.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Say yes, or reword the change. Copilot saves version 3 of your agent and installs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You are on track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agent's new answer cites at least one WCAG 2.2 criterion with a link, says what a person still needs to check, and you have version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If you are 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Read the before and after in examples/maria-alternate-format-planner.md, section 4, and run this block with a ready-made agent. It works the same way.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Raise a hand at any time. A helper comes to you.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Your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agent stopped guessing. That is what grounded means, and it is the trusted in the session title.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On Monday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Before you ask any AI about a document, run a checker and give it the results: Word's, PowerPoint's or Acrobat's own checker, Accessibility Insights, or axe.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card 4: Ground it</dc:title>
  <dc:subject>A step card for the AHG 2026 Accessibility Agents workshop.</dc:subject>
  <dc:creator>Jeff Bishop, BITS</dc:creator>
  <cp:keywords/>
  <dc:description>generated using python-pptx</dc:description>
  <cp:lastModifiedBy>Jeff Bishop, BITS</cp:lastModifiedBy>
  <cp:revision>1</cp:revision>
  <dcterms:created xsi:type="dcterms:W3CDTF">2026-10-01T12:00:00Z</dcterms:created>
  <dcterms:modified xsi:type="dcterms:W3CDTF">2026-10-01T12:00:00Z</dcterms:modified>
  <cp:category/>
  <dc:language>en-US</dc:language>
</cp:coreProperties>
</file>