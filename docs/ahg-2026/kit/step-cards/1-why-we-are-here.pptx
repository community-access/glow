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3.org/TR/WCAG2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Step card 1: Why we are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A step card for the AHG 2026 Accessibility Agents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Block 1 of 7, 10:30 to 10:50.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Step 1 of 7: the problem. A course full of barriers, and a team too small.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you will have at the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A picture of where the day ends: a team report on a whole course, with one section written by an agent you build.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Listen. Nothing to type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letitglow.app/ahg/assistant in one tab, and your AI assistant, signed in, in another.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Start a new conversation. Use this one conversation all day.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Under "Block 1: the ready check", press the Copy button.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Switch to your assistant's tab with Control+Tab, move to the message box, paste with Control+V on Windows or Command+V on a Mac, and press Enter.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the kit if it is not open already: File, then Open Folder, then the ahg-2026-agent-kit folder. In VS Code for the Web, choose Open Folder at vscode.dev in Chrome or Edge. The welcome page opens.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Open Copilot Chat: Control+Alt+I on Windows, or Control+Command+I on a Mac.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Type /ready-check and press Enter.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are on track 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assistant or Copilot ends the ready check with: You are ready for 16 November.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If the ready check says something needs a hand, a helper fixes it with you while the room carries on. If VS Code will not cooperate, switch to the browser path: it needs nothing installed, and you will not miss anything.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Raise a hand at any time. A helper comes to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Your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 are set up. That was the hardest part of the day, and it is done.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On Monday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 two rules travel with you: nothing private goes into any AI, and a person reviews everything an agent writes.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Checked on 29 October 2026: the keys on this card are in the kit's README, with their sources. The standard every agent cites is </a:t>
            </a:r>
            <a:r>
              <a:rPr sz="2000" b="0" lang="en-US">
                <a:latin typeface="Arial"/>
                <a:hlinkClick r:id="rId2"/>
              </a:rPr>
              <a:t>WCAG 2.2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card 1: Why we are here</dc:title>
  <dc:subject>A step card for the AHG 2026 Accessibility Agents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