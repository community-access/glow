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1520" y="1463040"/>
            <a:ext cx="10698480" cy="2011680"/>
          </a:xfrm>
        </p:spPr>
        <p:txBody>
          <a:bodyPr wrap="square"/>
          <a:lstStyle/>
          <a:p>
            <a:r>
              <a:rPr sz="4000" b="1" lang="en-US">
                <a:latin typeface="Arial"/>
              </a:rPr>
              <a:t>Step card 1: Why we are here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1520" y="3657600"/>
            <a:ext cx="10698480" cy="2194560"/>
          </a:xfrm>
        </p:spPr>
        <p:txBody>
          <a:bodyPr wrap="square"/>
          <a:lstStyle/>
          <a:p>
            <a:r>
              <a:rPr sz="2400" b="0" lang="en-US">
                <a:latin typeface="Arial"/>
              </a:rPr>
              <a:t>A step card for the AHG 2026 Accessibility Agents workshop.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1097280"/>
          </a:xfrm>
        </p:spPr>
        <p:txBody>
          <a:bodyPr wrap="square"/>
          <a:lstStyle/>
          <a:p>
            <a:r>
              <a:rPr sz="3600" b="1" lang="en-US">
                <a:latin typeface="Arial"/>
              </a:rPr>
              <a:t>About this document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554480"/>
            <a:ext cx="11064240" cy="4937760"/>
          </a:xfrm>
        </p:spPr>
        <p:txBody>
          <a:bodyPr wrap="square"/>
          <a:lstStyle/>
          <a:p>
            <a:pPr marL="0" indent="0">
              <a:spcAft>
                <a:spcPts val="600"/>
              </a:spcAft>
              <a:buNone/>
            </a:pPr>
            <a:r>
              <a:rPr sz="2000" b="0" lang="en-US">
                <a:latin typeface="Arial"/>
              </a:rPr>
              <a:t>Block 1 of 7, 10:30 to 10:50.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1097280"/>
          </a:xfrm>
        </p:spPr>
        <p:txBody>
          <a:bodyPr wrap="square"/>
          <a:lstStyle/>
          <a:p>
            <a:r>
              <a:rPr sz="3600" b="1" lang="en-US">
                <a:latin typeface="Arial"/>
              </a:rPr>
              <a:t>Where we 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554480"/>
            <a:ext cx="11064240" cy="4937760"/>
          </a:xfrm>
        </p:spPr>
        <p:txBody>
          <a:bodyPr wrap="square"/>
          <a:lstStyle/>
          <a:p>
            <a:pPr marL="0" indent="0">
              <a:spcAft>
                <a:spcPts val="600"/>
              </a:spcAft>
              <a:buNone/>
            </a:pPr>
            <a:r>
              <a:rPr sz="2000" b="0" lang="en-US">
                <a:latin typeface="Arial"/>
              </a:rPr>
              <a:t>Step 1 of 7: the problem. A course full of barriers, and a team too small.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1097280"/>
          </a:xfrm>
        </p:spPr>
        <p:txBody>
          <a:bodyPr wrap="square"/>
          <a:lstStyle/>
          <a:p>
            <a:r>
              <a:rPr sz="3600" b="1" lang="en-US">
                <a:latin typeface="Arial"/>
              </a:rPr>
              <a:t>What you will have at the 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554480"/>
            <a:ext cx="11064240" cy="4937760"/>
          </a:xfrm>
        </p:spPr>
        <p:txBody>
          <a:bodyPr wrap="square"/>
          <a:lstStyle/>
          <a:p>
            <a:pPr marL="0" indent="0">
              <a:spcAft>
                <a:spcPts val="600"/>
              </a:spcAft>
              <a:buNone/>
            </a:pPr>
            <a:r>
              <a:rPr sz="2000" b="0" lang="en-US">
                <a:latin typeface="Arial"/>
              </a:rPr>
              <a:t>A picture of where the day ends: a team report on a whole course, with one section written by an agent you build.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1097280"/>
          </a:xfrm>
        </p:spPr>
        <p:txBody>
          <a:bodyPr wrap="square"/>
          <a:lstStyle/>
          <a:p>
            <a:r>
              <a:rPr sz="3600" b="1" lang="en-US">
                <a:latin typeface="Arial"/>
              </a:rPr>
              <a:t>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554480"/>
            <a:ext cx="11064240" cy="4937760"/>
          </a:xfrm>
        </p:spPr>
        <p:txBody>
          <a:bodyPr wrap="square"/>
          <a:lstStyle/>
          <a:p>
            <a:pPr lvl="1">
              <a:spcAft>
                <a:spcPts val="600"/>
              </a:spcAft>
              <a:buNone/>
            </a:pPr>
            <a:r>
              <a:rPr sz="2000" b="0" lang="en-US">
                <a:latin typeface="Arial"/>
              </a:rPr>
              <a:t>1. </a:t>
            </a:r>
            <a:r>
              <a:rPr sz="2000" b="0" lang="en-US">
                <a:latin typeface="Arial"/>
              </a:rPr>
              <a:t>Listen. Nothing to type yet.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1097280"/>
          </a:xfrm>
        </p:spPr>
        <p:txBody>
          <a:bodyPr wrap="square"/>
          <a:lstStyle/>
          <a:p>
            <a:r>
              <a:rPr sz="3600" b="1" lang="en-US">
                <a:latin typeface="Arial"/>
              </a:rPr>
              <a:t>Steps: In a browser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554480"/>
            <a:ext cx="11064240" cy="4937760"/>
          </a:xfrm>
        </p:spPr>
        <p:txBody>
          <a:bodyPr wrap="square"/>
          <a:lstStyle/>
          <a:p>
            <a:pPr lvl="1">
              <a:spcAft>
                <a:spcPts val="600"/>
              </a:spcAft>
              <a:buNone/>
            </a:pPr>
            <a:r>
              <a:rPr sz="2000" b="0" lang="en-US">
                <a:latin typeface="Arial"/>
              </a:rPr>
              <a:t>1. </a:t>
            </a:r>
            <a:r>
              <a:rPr sz="2000" b="0" lang="en-US">
                <a:latin typeface="Arial"/>
              </a:rPr>
              <a:t>Open letitglow.app/ahg/assistant in one tab, and your AI assistant, signed in, in another.</a:t>
            </a:r>
          </a:p>
          <a:p>
            <a:pPr lvl="1">
              <a:spcAft>
                <a:spcPts val="600"/>
              </a:spcAft>
              <a:buNone/>
            </a:pPr>
            <a:r>
              <a:rPr sz="2000" b="0" lang="en-US">
                <a:latin typeface="Arial"/>
              </a:rPr>
              <a:t>2. </a:t>
            </a:r>
            <a:r>
              <a:rPr sz="2000" b="0" lang="en-US">
                <a:latin typeface="Arial"/>
              </a:rPr>
              <a:t>Start a new conversation. Use this one conversation all day.</a:t>
            </a:r>
          </a:p>
          <a:p>
            <a:pPr lvl="1">
              <a:spcAft>
                <a:spcPts val="600"/>
              </a:spcAft>
              <a:buNone/>
            </a:pPr>
            <a:r>
              <a:rPr sz="2000" b="0" lang="en-US">
                <a:latin typeface="Arial"/>
              </a:rPr>
              <a:t>3. </a:t>
            </a:r>
            <a:r>
              <a:rPr sz="2000" b="0" lang="en-US">
                <a:latin typeface="Arial"/>
              </a:rPr>
              <a:t>Under "Block 1: the ready check", press the Copy button.</a:t>
            </a:r>
          </a:p>
          <a:p>
            <a:pPr lvl="1">
              <a:spcAft>
                <a:spcPts val="600"/>
              </a:spcAft>
              <a:buNone/>
            </a:pPr>
            <a:r>
              <a:rPr sz="2000" b="0" lang="en-US">
                <a:latin typeface="Arial"/>
              </a:rPr>
              <a:t>4. </a:t>
            </a:r>
            <a:r>
              <a:rPr sz="2000" b="0" lang="en-US">
                <a:latin typeface="Arial"/>
              </a:rPr>
              <a:t>Switch to your assistant's tab with Control+Tab, move to the message box, paste with Control+V on Windows or Command+V on a Mac, and press Enter.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1097280"/>
          </a:xfrm>
        </p:spPr>
        <p:txBody>
          <a:bodyPr wrap="square"/>
          <a:lstStyle/>
          <a:p>
            <a:r>
              <a:rPr sz="3600" b="1" lang="en-US">
                <a:latin typeface="Arial"/>
              </a:rPr>
              <a:t>Steps: In VS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554480"/>
            <a:ext cx="11064240" cy="4937760"/>
          </a:xfrm>
        </p:spPr>
        <p:txBody>
          <a:bodyPr wrap="square"/>
          <a:lstStyle/>
          <a:p>
            <a:pPr lvl="1">
              <a:spcAft>
                <a:spcPts val="600"/>
              </a:spcAft>
              <a:buNone/>
            </a:pPr>
            <a:r>
              <a:rPr sz="2000" b="0" lang="en-US">
                <a:latin typeface="Arial"/>
              </a:rPr>
              <a:t>1. </a:t>
            </a:r>
            <a:r>
              <a:rPr sz="2000" b="0" lang="en-US">
                <a:latin typeface="Arial"/>
              </a:rPr>
              <a:t>Open the kit if it is not open already: File, then Open Folder, then the ahg-2026-agent-kit folder. In VS Code for the Web, choose Open Folder at vscode.dev in Chrome or Edge. The welcome page opens.</a:t>
            </a:r>
          </a:p>
          <a:p>
            <a:pPr lvl="1">
              <a:spcAft>
                <a:spcPts val="600"/>
              </a:spcAft>
              <a:buNone/>
            </a:pPr>
            <a:r>
              <a:rPr sz="2000" b="0" lang="en-US">
                <a:latin typeface="Arial"/>
              </a:rPr>
              <a:t>2. </a:t>
            </a:r>
            <a:r>
              <a:rPr sz="2000" b="0" lang="en-US">
                <a:latin typeface="Arial"/>
              </a:rPr>
              <a:t>Open Copilot Chat: Control+Alt+I on Windows, or Control+Command+I on a Mac.</a:t>
            </a:r>
          </a:p>
          <a:p>
            <a:pPr lvl="1">
              <a:spcAft>
                <a:spcPts val="600"/>
              </a:spcAft>
              <a:buNone/>
            </a:pPr>
            <a:r>
              <a:rPr sz="2000" b="0" lang="en-US">
                <a:latin typeface="Arial"/>
              </a:rPr>
              <a:t>3. </a:t>
            </a:r>
            <a:r>
              <a:rPr sz="2000" b="0" lang="en-US">
                <a:latin typeface="Arial"/>
              </a:rPr>
              <a:t>Type /ready-check and press Enter.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1097280"/>
          </a:xfrm>
        </p:spPr>
        <p:txBody>
          <a:bodyPr wrap="square"/>
          <a:lstStyle/>
          <a:p>
            <a:r>
              <a:rPr sz="3600" b="1" lang="en-US">
                <a:latin typeface="Arial"/>
              </a:rPr>
              <a:t>You are on track if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554480"/>
            <a:ext cx="11064240" cy="4937760"/>
          </a:xfrm>
        </p:spPr>
        <p:txBody>
          <a:bodyPr wrap="square"/>
          <a:lstStyle/>
          <a:p>
            <a:pPr marL="0" indent="0">
              <a:spcAft>
                <a:spcPts val="600"/>
              </a:spcAft>
              <a:buNone/>
            </a:pPr>
            <a:r>
              <a:rPr sz="2000" b="0" lang="en-US">
                <a:latin typeface="Arial"/>
              </a:rPr>
              <a:t>Your assistant or Copilot ends the ready check with: You are ready for 16 November.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1097280"/>
          </a:xfrm>
        </p:spPr>
        <p:txBody>
          <a:bodyPr wrap="square"/>
          <a:lstStyle/>
          <a:p>
            <a:r>
              <a:rPr sz="3600" b="1" lang="en-US">
                <a:latin typeface="Arial"/>
              </a:rPr>
              <a:t>If you are stuck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554480"/>
            <a:ext cx="11064240" cy="4937760"/>
          </a:xfrm>
        </p:spPr>
        <p:txBody>
          <a:bodyPr wrap="square"/>
          <a:lstStyle/>
          <a:p>
            <a:pPr marL="0" indent="0">
              <a:spcAft>
                <a:spcPts val="600"/>
              </a:spcAft>
              <a:buNone/>
            </a:pPr>
            <a:r>
              <a:rPr sz="2000" b="0" lang="en-US">
                <a:latin typeface="Arial"/>
              </a:rPr>
              <a:t>If the ready check says something needs a hand, a helper fixes it with you while the room carries on. If VS Code will not cooperate, switch to the browser path: it needs nothing installed, and you will not miss anything.</a:t>
            </a:r>
          </a:p>
          <a:p>
            <a:pPr marL="0" indent="0">
              <a:spcAft>
                <a:spcPts val="600"/>
              </a:spcAft>
              <a:buNone/>
            </a:pPr>
            <a:r>
              <a:rPr sz="2000" b="0" lang="en-US">
                <a:latin typeface="Arial"/>
              </a:rPr>
              <a:t>Raise a hand at any time. A helper comes to you.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1097280"/>
          </a:xfrm>
        </p:spPr>
        <p:txBody>
          <a:bodyPr wrap="square"/>
          <a:lstStyle/>
          <a:p>
            <a:r>
              <a:rPr sz="3600" b="1" lang="en-US">
                <a:latin typeface="Arial"/>
              </a:rPr>
              <a:t>Your win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554480"/>
            <a:ext cx="11064240" cy="4937760"/>
          </a:xfrm>
        </p:spPr>
        <p:txBody>
          <a:bodyPr wrap="square"/>
          <a:lstStyle/>
          <a:p>
            <a:pPr marL="0" indent="0">
              <a:spcAft>
                <a:spcPts val="600"/>
              </a:spcAft>
              <a:buNone/>
            </a:pPr>
            <a:r>
              <a:rPr sz="2000" b="0" lang="en-US">
                <a:latin typeface="Arial"/>
              </a:rPr>
              <a:t>You are set up. That was the hardest part of the day, and it is done.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1097280"/>
          </a:xfrm>
        </p:spPr>
        <p:txBody>
          <a:bodyPr wrap="square"/>
          <a:lstStyle/>
          <a:p>
            <a:r>
              <a:rPr sz="3600" b="1" lang="en-US">
                <a:latin typeface="Arial"/>
              </a:rPr>
              <a:t>On Monday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554480"/>
            <a:ext cx="11064240" cy="4937760"/>
          </a:xfrm>
        </p:spPr>
        <p:txBody>
          <a:bodyPr wrap="square"/>
          <a:lstStyle/>
          <a:p>
            <a:pPr marL="0" indent="0">
              <a:spcAft>
                <a:spcPts val="600"/>
              </a:spcAft>
              <a:buNone/>
            </a:pPr>
            <a:r>
              <a:rPr sz="2000" b="0" lang="en-US">
                <a:latin typeface="Arial"/>
              </a:rPr>
              <a:t>The two rules travel with you: nothing private goes into any AI, and a person reviews everything an agent writes.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Step card 1: Why we are here</dc:title>
  <dc:subject>A step card for the AHG 2026 Accessibility Agents workshop.</dc:subject>
  <dc:creator>Jeff Bishop, BITS</dc:creator>
  <cp:keywords/>
  <dc:description>generated using python-pptx</dc:description>
  <cp:lastModifiedBy>Jeff Bishop, BITS</cp:lastModifiedBy>
  <cp:revision>1</cp:revision>
  <dcterms:created xsi:type="dcterms:W3CDTF">2026-10-01T12:00:00Z</dcterms:created>
  <dcterms:modified xsi:type="dcterms:W3CDTF">2026-10-01T12:00:00Z</dcterms:modified>
  <cp:category/>
  <dc:language>en-US</dc:language>
</cp:coreProperties>
</file>