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3.org/TR/WCAG2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Step card 2: Design your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A step card for the AHG 2026 Accessibility Agents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Block 2 of 7, 10:50 to 11:40.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Step 2 of 7: your agent, as six plain-English answers.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you will have at the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own agent, with your answers in it and your name on it: the file SKILL.md.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Pick one role card: documents and alternate formats; course content and faculty coaching; or compliance and procurement.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Think of one real problem from your job. Nothing private: no student names, records or accommodation details.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a browser (1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On letitglow.app/ahg/assistant, under "Block 2: design your agent", press the Copy button.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Switch to your assistant's tab with Control+Tab, move to the message box, paste with Control+V on Windows or Command+V on a Mac,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Answer your assistant's questions one at a time: your role card and problem, then role, task, trusted guidance, output format, an example of a good answer and human review, then your name and institution. Borrow from the example whenever you like.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Your assistant gives your agent back in a box with a Copy button. Press that Copy button.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a browser (2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5. </a:t>
            </a:r>
            <a:r>
              <a:rPr sz="2000" b="0" lang="en-US">
                <a:latin typeface="Arial"/>
              </a:rPr>
              <a:t>Open letitglow.app/ahg/share in a new tab. Paste your agent into "Your agent, as text", then press "Download as SKILL.md". Your browser saves it, usually in your Downloads folder. Do not share it yet.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Copilot Chat: Control+Alt+I on Windows, or Control+Command+I on a Mac.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Type /design-my-agent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Answer Copilot's questions one at a time: your role card and problem, then role, task, trusted guidance, output format, an example of a good answer and human review, then your name and institution. Borrow from the example whenever you like.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Copilot writes your answers into my-agent/SKILL.md and reads the file back to you. If it asks before it changes the file, allow it.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5. </a:t>
            </a:r>
            <a:r>
              <a:rPr sz="2000" b="0" lang="en-US">
                <a:latin typeface="Arial"/>
              </a:rPr>
              <a:t>Optional: open my-agent/SKILL.md to read it yourself. Press Control+P on Windows or Command+P on a Mac, type SKILL, and choose my-agent.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are on track 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assistant or Copilot tells you one specific thing your agent does well.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To see a finished example first, open examples/maria-alternate-format-planner.md, or the same file at letitglow.app/ahg/kit.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Start from a ready-made agent. At letitglow.app/ahg/kit, under Ready-made agents, open the one nearest your card and press "Copy this file's text". In a browser, paste it into your assistant as your agent. In VS Code, paste it over my-agent/SKILL.md. Then change the author line to your name. That is a real agent, and it is yours now.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Raise a hand at any time. A helper comes to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Your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exists. You wrote it in plain English, and it follows the same format as the open-source Accessibility Agents project.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On Monday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Writing an agent works in any AI assistant your campus allows: paste the whole agent file in as its instructions.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Checked on 29 October 2026: the keys on this card are in the kit's README, with their sources. The standard every agent cites is </a:t>
            </a:r>
            <a:r>
              <a:rPr sz="2000" b="0" lang="en-US">
                <a:latin typeface="Arial"/>
                <a:hlinkClick r:id="rId2"/>
              </a:rPr>
              <a:t>WCAG 2.2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card 2: Design your agent</dc:title>
  <dc:subject>A step card for the AHG 2026 Accessibility Agents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