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1463040"/>
            <a:ext cx="10698480" cy="2011680"/>
          </a:xfrm>
        </p:spPr>
        <p:txBody>
          <a:bodyPr wrap="square"/>
          <a:lstStyle/>
          <a:p>
            <a:r>
              <a:rPr sz="4000" b="1" lang="en-US">
                <a:latin typeface="Arial"/>
              </a:rPr>
              <a:t>Step card 2: Design your agent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657600"/>
            <a:ext cx="10698480" cy="2194560"/>
          </a:xfrm>
        </p:spPr>
        <p:txBody>
          <a:bodyPr wrap="square"/>
          <a:lstStyle/>
          <a:p>
            <a:r>
              <a:rPr sz="2400" b="0" lang="en-US">
                <a:latin typeface="Arial"/>
              </a:rPr>
              <a:t>A step card for the AHG 2026 Accessibility Agents workshop.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 wrap="square"/>
          <a:lstStyle/>
          <a:p>
            <a:r>
              <a:rPr sz="3600" b="1" lang="en-US">
                <a:latin typeface="Arial"/>
              </a:rPr>
              <a:t>About this document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marL="0" indent="0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Block 2 of 7, 10:50 to 11:40.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 wrap="square"/>
          <a:lstStyle/>
          <a:p>
            <a:r>
              <a:rPr sz="3600" b="1" lang="en-US">
                <a:latin typeface="Arial"/>
              </a:rPr>
              <a:t>Where we 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marL="0" indent="0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Step 2 of 7: your agent, as six plain-English answers.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 wrap="square"/>
          <a:lstStyle/>
          <a:p>
            <a:r>
              <a:rPr sz="3600" b="1" lang="en-US">
                <a:latin typeface="Arial"/>
              </a:rPr>
              <a:t>What you will have at the 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marL="0" indent="0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Your own agent, with your answers in it and your name on it: the file SKILL.md.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 wrap="square"/>
          <a:lstStyle/>
          <a:p>
            <a:r>
              <a:rPr sz="3600" b="1" lang="en-US">
                <a:latin typeface="Arial"/>
              </a:rPr>
              <a:t>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lvl="1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1. </a:t>
            </a:r>
            <a:r>
              <a:rPr sz="2000" b="0" lang="en-US">
                <a:latin typeface="Arial"/>
              </a:rPr>
              <a:t>Pick one role card: documents and alternate formats; course content and faculty coaching; or compliance and procurement.</a:t>
            </a:r>
          </a:p>
          <a:p>
            <a:pPr lvl="1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2. </a:t>
            </a:r>
            <a:r>
              <a:rPr sz="2000" b="0" lang="en-US">
                <a:latin typeface="Arial"/>
              </a:rPr>
              <a:t>Think of one real problem from your job. Nothing private: no student names, records or accommodation details.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 wrap="square"/>
          <a:lstStyle/>
          <a:p>
            <a:r>
              <a:rPr sz="3600" b="1" lang="en-US">
                <a:latin typeface="Arial"/>
              </a:rPr>
              <a:t>Steps: In a browser (1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lvl="1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1. </a:t>
            </a:r>
            <a:r>
              <a:rPr sz="2000" b="0" lang="en-US">
                <a:latin typeface="Arial"/>
              </a:rPr>
              <a:t>On letitglow.app/ahg/assistant, under "Block 2: design your agent", press the Copy button.</a:t>
            </a:r>
          </a:p>
          <a:p>
            <a:pPr lvl="1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2. </a:t>
            </a:r>
            <a:r>
              <a:rPr sz="2000" b="0" lang="en-US">
                <a:latin typeface="Arial"/>
              </a:rPr>
              <a:t>Switch to your assistant's tab with Control+Tab, move to the message box, paste with Control+V on Windows or Command+V on a Mac, and press Enter.</a:t>
            </a:r>
          </a:p>
          <a:p>
            <a:pPr lvl="1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3. </a:t>
            </a:r>
            <a:r>
              <a:rPr sz="2000" b="0" lang="en-US">
                <a:latin typeface="Arial"/>
              </a:rPr>
              <a:t>Answer your assistant's questions one at a time: your role card and problem, then role, task, trusted guidance, output format, an example of a good answer and human review, then your name and institution. Borrow from the example whenever you like.</a:t>
            </a:r>
          </a:p>
          <a:p>
            <a:pPr lvl="1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4. </a:t>
            </a:r>
            <a:r>
              <a:rPr sz="2000" b="0" lang="en-US">
                <a:latin typeface="Arial"/>
              </a:rPr>
              <a:t>Your assistant gives your agent back in a box with a Copy button. Press that Copy button.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 wrap="square"/>
          <a:lstStyle/>
          <a:p>
            <a:r>
              <a:rPr sz="3600" b="1" lang="en-US">
                <a:latin typeface="Arial"/>
              </a:rPr>
              <a:t>Steps: In a browser (2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lvl="1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5. </a:t>
            </a:r>
            <a:r>
              <a:rPr sz="2000" b="0" lang="en-US">
                <a:latin typeface="Arial"/>
              </a:rPr>
              <a:t>Open letitglow.app/ahg/share in a new tab. Paste your agent into "Your agent, as text", then press "Download as SKILL.md". Your browser saves it, usually in your Downloads folder. Do not share it yet.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 wrap="square"/>
          <a:lstStyle/>
          <a:p>
            <a:r>
              <a:rPr sz="3600" b="1" lang="en-US">
                <a:latin typeface="Arial"/>
              </a:rPr>
              <a:t>Steps: In VS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lvl="1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1. </a:t>
            </a:r>
            <a:r>
              <a:rPr sz="2000" b="0" lang="en-US">
                <a:latin typeface="Arial"/>
              </a:rPr>
              <a:t>Open Copilot Chat: Control+Alt+I on Windows, or Control+Command+I on a Mac.</a:t>
            </a:r>
          </a:p>
          <a:p>
            <a:pPr lvl="1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2. </a:t>
            </a:r>
            <a:r>
              <a:rPr sz="2000" b="0" lang="en-US">
                <a:latin typeface="Arial"/>
              </a:rPr>
              <a:t>Type /design-my-agent and press Enter.</a:t>
            </a:r>
          </a:p>
          <a:p>
            <a:pPr lvl="1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3. </a:t>
            </a:r>
            <a:r>
              <a:rPr sz="2000" b="0" lang="en-US">
                <a:latin typeface="Arial"/>
              </a:rPr>
              <a:t>Answer Copilot's questions one at a time: role, task, trusted guidance, output format, an example of a good answer, human review. Borrow from the example whenever you like.</a:t>
            </a:r>
          </a:p>
          <a:p>
            <a:pPr lvl="1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4. </a:t>
            </a:r>
            <a:r>
              <a:rPr sz="2000" b="0" lang="en-US">
                <a:latin typeface="Arial"/>
              </a:rPr>
              <a:t>Copilot writes your answers into my-agent/SKILL.md and reads the file back to you. If it asks before it changes the file, allow it.</a:t>
            </a:r>
          </a:p>
          <a:p>
            <a:pPr lvl="1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5. </a:t>
            </a:r>
            <a:r>
              <a:rPr sz="2000" b="0" lang="en-US">
                <a:latin typeface="Arial"/>
              </a:rPr>
              <a:t>Optional: open my-agent/SKILL.md to read it yourself. Press Control+P on Windows or Command+P on a Mac, type SKILL, and choose my-agent.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 wrap="square"/>
          <a:lstStyle/>
          <a:p>
            <a:r>
              <a:rPr sz="3600" b="1" lang="en-US">
                <a:latin typeface="Arial"/>
              </a:rPr>
              <a:t>You are on track if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marL="0" indent="0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Your assistant or Copilot tells you one specific thing your agent does well.</a:t>
            </a:r>
          </a:p>
          <a:p>
            <a:pPr marL="0" indent="0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To see a finished example first, open examples/maria-alternate-format-planner.md, or the same file at letitglow.app/ahg/kit.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 wrap="square"/>
          <a:lstStyle/>
          <a:p>
            <a:r>
              <a:rPr sz="3600" b="1" lang="en-US">
                <a:latin typeface="Arial"/>
              </a:rPr>
              <a:t>If you are stuck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marL="0" indent="0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Start from a ready-made agent. At letitglow.app/ahg/kit, under Ready-made agents, open the one nearest your card and press "Copy this file's text". In a browser, paste it into your assistant as your agent. In VS Code, paste it over my-agent/SKILL.md. Then change the author line to your name. That is a real agent, and it is yours now.</a:t>
            </a:r>
          </a:p>
          <a:p>
            <a:pPr marL="0" indent="0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Raise a hand at any time. A helper comes to you.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 wrap="square"/>
          <a:lstStyle/>
          <a:p>
            <a:r>
              <a:rPr sz="3600" b="1" lang="en-US">
                <a:latin typeface="Arial"/>
              </a:rPr>
              <a:t>Your win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marL="0" indent="0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Your agent exists. You wrote it in plain English, and it follows the same format as the open-source Accessibility Agents project.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 wrap="square"/>
          <a:lstStyle/>
          <a:p>
            <a:r>
              <a:rPr sz="3600" b="1" lang="en-US">
                <a:latin typeface="Arial"/>
              </a:rPr>
              <a:t>On Monday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marL="0" indent="0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Writing an agent works in any AI assistant your campus allows: paste the five parts in as instructions.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Step card 2: Design your agent</dc:title>
  <dc:subject>A step card for the AHG 2026 Accessibility Agents workshop.</dc:subject>
  <dc:creator>Jeff Bishop, BITS</dc:creator>
  <cp:keywords/>
  <dc:description>generated using python-pptx</dc:description>
  <cp:lastModifiedBy>Jeff Bishop, BITS</cp:lastModifiedBy>
  <cp:revision>1</cp:revision>
  <dcterms:created xsi:type="dcterms:W3CDTF">2026-10-01T12:00:00Z</dcterms:created>
  <dcterms:modified xsi:type="dcterms:W3CDTF">2026-10-01T12:00:00Z</dcterms:modified>
  <cp:category/>
  <dc:language>en-US</dc:language>
</cp:coreProperties>
</file>