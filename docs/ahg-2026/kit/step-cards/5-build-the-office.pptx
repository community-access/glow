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1463040"/>
            <a:ext cx="10698480" cy="2011680"/>
          </a:xfrm>
        </p:spPr>
        <p:txBody>
          <a:bodyPr wrap="square"/>
          <a:lstStyle/>
          <a:p>
            <a:r>
              <a:rPr sz="4000" b="1" lang="en-US">
                <a:latin typeface="Arial"/>
              </a:rPr>
              <a:t>Step card 5: Build the office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57600"/>
            <a:ext cx="10698480" cy="2194560"/>
          </a:xfrm>
        </p:spPr>
        <p:txBody>
          <a:bodyPr wrap="square"/>
          <a:lstStyle/>
          <a:p>
            <a:r>
              <a:rPr sz="2400" b="0" lang="en-US">
                <a:latin typeface="Arial"/>
              </a:rPr>
              <a:t>A step card for the AHG 2026 Accessibility Agents workshop.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About this document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marL="0" indent="0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Block 5 of 7, 2:15 to 3:05.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Where we 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marL="0" indent="0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Step 5 of 7: your agent in the team, across the whole course.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What you will have at the 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marL="0" indent="0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Your agent working inside a team of agents across the whole PSY 101 course, one team report with your agent's section in it, and version 4 of your agent: the best one, which you share next.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Steps: In a browser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1. </a:t>
            </a:r>
            <a:r>
              <a:rPr sz="2000" b="0" lang="en-US">
                <a:latin typeface="Arial"/>
              </a:rPr>
              <a:t>In the same conversation, paste the text for "Block 5: build the office" from letitglow.app/ahg/assistant, and press Enter. It is the longest text of the day: the coordinator, eight specialists and every checker report.</a:t>
            </a:r>
          </a:p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2. </a:t>
            </a:r>
            <a:r>
              <a:rPr sz="2000" b="0" lang="en-US">
                <a:latin typeface="Arial"/>
              </a:rPr>
              <a:t>Your assistant says what is about to happen, then works through the course one file at a time, saying which specialists worked on each file.</a:t>
            </a:r>
          </a:p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3. </a:t>
            </a:r>
            <a:r>
              <a:rPr sz="2000" b="0" lang="en-US">
                <a:latin typeface="Arial"/>
              </a:rPr>
              <a:t>Read the team report. Find the section your agent wrote.</a:t>
            </a:r>
          </a:p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4. </a:t>
            </a:r>
            <a:r>
              <a:rPr sz="2000" b="0" lang="en-US">
                <a:latin typeface="Arial"/>
              </a:rPr>
              <a:t>Read the last line: what your agent added to the team's work.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Steps: In VS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1. </a:t>
            </a:r>
            <a:r>
              <a:rPr sz="2000" b="0" lang="en-US">
                <a:latin typeface="Arial"/>
              </a:rPr>
              <a:t>Open Copilot Chat: Control+Alt+I on Windows, or Control+Command+I on a Mac.</a:t>
            </a:r>
          </a:p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2. </a:t>
            </a:r>
            <a:r>
              <a:rPr sz="2000" b="0" lang="en-US">
                <a:latin typeface="Arial"/>
              </a:rPr>
              <a:t>Type /run-the-office and press Enter.</a:t>
            </a:r>
          </a:p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3. </a:t>
            </a:r>
            <a:r>
              <a:rPr sz="2000" b="0" lang="en-US">
                <a:latin typeface="Arial"/>
              </a:rPr>
              <a:t>Copilot tells you what is about to happen, then works through the course one file at a time, saying which specialists worked on each file. Screen reader users hear each file as it finishes.</a:t>
            </a:r>
          </a:p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4. </a:t>
            </a:r>
            <a:r>
              <a:rPr sz="2000" b="0" lang="en-US">
                <a:latin typeface="Arial"/>
              </a:rPr>
              <a:t>Read the team report. Find the section your agent wrote. Alt+F2 on Windows, or Option+F2 on a Mac, shows the whole report as plain text.</a:t>
            </a:r>
          </a:p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5. </a:t>
            </a:r>
            <a:r>
              <a:rPr sz="2000" b="0" lang="en-US">
                <a:latin typeface="Arial"/>
              </a:rPr>
              <a:t>Read the last line: what your agent added to the team's work.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Steps: Then make the next version, in a browser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1. </a:t>
            </a:r>
            <a:r>
              <a:rPr sz="2000" b="0" lang="en-US">
                <a:latin typeface="Arial"/>
              </a:rPr>
              <a:t>In the same conversation, paste the review text from letitglow.app/ahg/assistant, under "Review your agent", and press Enter.</a:t>
            </a:r>
          </a:p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2. </a:t>
            </a:r>
            <a:r>
              <a:rPr sz="2000" b="0" lang="en-US">
                <a:latin typeface="Arial"/>
              </a:rPr>
              <a:t>Read the twelve Yes or Not yet lines, then the one change it suggests and why.</a:t>
            </a:r>
          </a:p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3. </a:t>
            </a:r>
            <a:r>
              <a:rPr sz="2000" b="0" lang="en-US">
                <a:latin typeface="Arial"/>
              </a:rPr>
              <a:t>Say yes, or reword the change in your own words. Your assistant gives you version 4 of your agent in a box with a Copy button. Copy it and keep it, the same way as in block 2.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Steps: Then make the next version, in VS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1. </a:t>
            </a:r>
            <a:r>
              <a:rPr sz="2000" b="0" lang="en-US">
                <a:latin typeface="Arial"/>
              </a:rPr>
              <a:t>Type /review-my-agent and press Enter.</a:t>
            </a:r>
          </a:p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2. </a:t>
            </a:r>
            <a:r>
              <a:rPr sz="2000" b="0" lang="en-US">
                <a:latin typeface="Arial"/>
              </a:rPr>
              <a:t>Read the twelve Yes or Not yet lines, then the one change it suggests and why.</a:t>
            </a:r>
          </a:p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3. </a:t>
            </a:r>
            <a:r>
              <a:rPr sz="2000" b="0" lang="en-US">
                <a:latin typeface="Arial"/>
              </a:rPr>
              <a:t>Say yes, or reword the change. Copilot saves version 4 of your agent and installs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You are on track 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marL="0" indent="0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The report names your agent and you as its author, in at least one file's section, and you have version 4.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If you are stuck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marL="0" indent="0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If the run stops, type: continue. If your assistant has forgotten your agent, paste it again. At the end of this block, watch the projector: the full Accessibility Agents project runs on the same course.</a:t>
            </a:r>
          </a:p>
          <a:p>
            <a:pPr marL="0" indent="0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Raise a hand at any time. A helper comes to you.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Your win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marL="0" indent="0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You built part of an agent team today, and it just worked through a whole course.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On Monday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marL="0" indent="0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Big jobs split into specialists and a coordinator. Start with one specialist; add the next when the first one earns its place.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Step card 5: Build the office</dc:title>
  <dc:subject>A step card for the AHG 2026 Accessibility Agents workshop.</dc:subject>
  <dc:creator>Jeff Bishop, BITS</dc:creator>
  <cp:keywords/>
  <dc:description>generated using python-pptx</dc:description>
  <cp:lastModifiedBy>Jeff Bishop, BITS</cp:lastModifiedBy>
  <cp:revision>1</cp:revision>
  <dcterms:created xsi:type="dcterms:W3CDTF">2026-10-01T12:00:00Z</dcterms:created>
  <dcterms:modified xsi:type="dcterms:W3CDTF">2026-10-01T12:00:00Z</dcterms:modified>
  <cp:category/>
  <dc:language>en-US</dc:language>
</cp:coreProperties>
</file>