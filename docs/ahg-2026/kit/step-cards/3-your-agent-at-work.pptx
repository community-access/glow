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463040"/>
            <a:ext cx="10698480" cy="2011680"/>
          </a:xfrm>
        </p:spPr>
        <p:txBody>
          <a:bodyPr wrap="square"/>
          <a:lstStyle/>
          <a:p>
            <a:r>
              <a:rPr sz="4000" b="1" lang="en-US">
                <a:latin typeface="Arial"/>
              </a:rPr>
              <a:t>Step card 3: Your agent at 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57600"/>
            <a:ext cx="10698480" cy="2194560"/>
          </a:xfrm>
        </p:spPr>
        <p:txBody>
          <a:bodyPr wrap="square"/>
          <a:lstStyle/>
          <a:p>
            <a:r>
              <a:rPr sz="2400" b="0" lang="en-US">
                <a:latin typeface="Arial"/>
              </a:rPr>
              <a:t>A step card for the AHG 2026 Accessibility Agents workshop.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About this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Block 3 of 7, 11:40 to 12:15.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Where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Step 3 of 7: your agent at work on one course document.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What you will have at the 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Your agent's first answer on a real course document, and version 2 of your agent, revised from what that answer showed.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Steps: In a browser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1. </a:t>
            </a:r>
            <a:r>
              <a:rPr sz="2000" b="0" lang="en-US">
                <a:latin typeface="Arial"/>
              </a:rPr>
              <a:t>In the same conversation as block 2, paste the text for "Block 3: your agent at work" from letitglow.app/ahg/assistant, and press Enter.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2. </a:t>
            </a:r>
            <a:r>
              <a:rPr sz="2000" b="0" lang="en-US">
                <a:latin typeface="Arial"/>
              </a:rPr>
              <a:t>Your assistant uses your agent from block 2. If it asks for your agent, paste it, or open your downloaded SKILL.md and copy it from there.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3. </a:t>
            </a:r>
            <a:r>
              <a:rPr sz="2000" b="0" lang="en-US">
                <a:latin typeface="Arial"/>
              </a:rPr>
              <a:t>Choose a file from the PSY 101 sample course. Your assistant suggests the one that best fits your agent.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4. </a:t>
            </a:r>
            <a:r>
              <a:rPr sz="2000" b="0" lang="en-US">
                <a:latin typeface="Arial"/>
              </a:rPr>
              <a:t>Read your agent's answer. Then read the short note: one thing it did well, and where it guessed.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Steps: In VS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1. </a:t>
            </a:r>
            <a:r>
              <a:rPr sz="2000" b="0" lang="en-US">
                <a:latin typeface="Arial"/>
              </a:rPr>
              <a:t>Open Copilot Chat: Control+Alt+I on Windows, or Control+Command+I on a Mac.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2. </a:t>
            </a:r>
            <a:r>
              <a:rPr sz="2000" b="0" lang="en-US">
                <a:latin typeface="Arial"/>
              </a:rPr>
              <a:t>Type /try-my-agent and press Enter.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3. </a:t>
            </a:r>
            <a:r>
              <a:rPr sz="2000" b="0" lang="en-US">
                <a:latin typeface="Arial"/>
              </a:rPr>
              <a:t>Choose a file from the PSY 101 sample course. Copilot suggests the one that best fits your agent.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4. </a:t>
            </a:r>
            <a:r>
              <a:rPr sz="2000" b="0" lang="en-US">
                <a:latin typeface="Arial"/>
              </a:rPr>
              <a:t>Read your agent's answer. Then read Copilot's short note: one thing it did well, and where it guessed. To read a long answer as plain text, press Alt+F2 on Windows or Option+F2 on a Mac.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Steps: Then make the next version, in a browser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1. </a:t>
            </a:r>
            <a:r>
              <a:rPr sz="2000" b="0" lang="en-US">
                <a:latin typeface="Arial"/>
              </a:rPr>
              <a:t>In the same conversation, paste the review text from letitglow.app/ahg/assistant, under "Review your agent", and press Enter.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2. </a:t>
            </a:r>
            <a:r>
              <a:rPr sz="2000" b="0" lang="en-US">
                <a:latin typeface="Arial"/>
              </a:rPr>
              <a:t>Read the twelve Yes or Not yet lines, then the one change it suggests and why.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3. </a:t>
            </a:r>
            <a:r>
              <a:rPr sz="2000" b="0" lang="en-US">
                <a:latin typeface="Arial"/>
              </a:rPr>
              <a:t>Say yes, or reword the change in your own words. Your assistant gives you version 2 of your agent in a box with a Copy button. Copy it and keep it, the same way as in block 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Steps: Then make the next version, in VS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1. </a:t>
            </a:r>
            <a:r>
              <a:rPr sz="2000" b="0" lang="en-US">
                <a:latin typeface="Arial"/>
              </a:rPr>
              <a:t>Type /review-my-agent and press Enter.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2. </a:t>
            </a:r>
            <a:r>
              <a:rPr sz="2000" b="0" lang="en-US">
                <a:latin typeface="Arial"/>
              </a:rPr>
              <a:t>Read the twelve Yes or Not yet lines, then the one change it suggests and why.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3. </a:t>
            </a:r>
            <a:r>
              <a:rPr sz="2000" b="0" lang="en-US">
                <a:latin typeface="Arial"/>
              </a:rPr>
              <a:t>Say yes, or reword the change. Copilot saves version 2 of your agent and installs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You are on track 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You have an answer, you can name one thing your agent had to guess, and you have version 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If you are 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Use a ready-made agent for this step, or read the first answer in examples/maria-alternate-format-planner.md, section 4.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Raise a hand at any time. A helper comes to you.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Your 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Your agent has done real work on a real course document, and you made it better. The guessing that is left is the setup for after lunch.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On Monday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Try your agent on one document from your own work, with nothing private in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card 3: Your agent at work</dc:title>
  <dc:subject>A step card for the AHG 2026 Accessibility Agents workshop.</dc:subject>
  <dc:creator>Jeff Bishop, BITS</dc:creator>
  <cp:keywords/>
  <dc:description>generated using python-pptx</dc:description>
  <cp:lastModifiedBy>Jeff Bishop, BITS</cp:lastModifiedBy>
  <cp:revision>1</cp:revision>
  <dcterms:created xsi:type="dcterms:W3CDTF">2026-10-01T12:00:00Z</dcterms:created>
  <dcterms:modified xsi:type="dcterms:W3CDTF">2026-10-01T12:00:00Z</dcterms:modified>
  <cp:category/>
  <dc:language>en-US</dc:language>
</cp:coreProperties>
</file>