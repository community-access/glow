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support@community-access.or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463040"/>
            <a:ext cx="10698480" cy="2011680"/>
          </a:xfrm>
        </p:spPr>
        <p:txBody>
          <a:bodyPr wrap="square"/>
          <a:lstStyle/>
          <a:p>
            <a:r>
              <a:rPr sz="4000" b="1" lang="en-US">
                <a:latin typeface="Arial"/>
              </a:rPr>
              <a:t>Step card 7: Take it home</a:t>
            </a:r>
          </a:p>
        </p:txBody>
      </p:sp>
      <p:sp>
        <p:nvSpPr>
          <p:cNvPr id="3" name="Subtitle 2"/>
          <p:cNvSpPr>
            <a:spLocks noGrp="1"/>
          </p:cNvSpPr>
          <p:nvPr>
            <p:ph type="subTitle" idx="1"/>
          </p:nvPr>
        </p:nvSpPr>
        <p:spPr>
          <a:xfrm>
            <a:off x="731520" y="3657600"/>
            <a:ext cx="10698480" cy="2194560"/>
          </a:xfrm>
        </p:spPr>
        <p:txBody>
          <a:bodyPr wrap="square"/>
          <a:lstStyle/>
          <a:p>
            <a:r>
              <a:rPr sz="2400" b="0" lang="en-US">
                <a:latin typeface="Arial"/>
              </a:rPr>
              <a:t>A step card for the AHG 2026 Accessibility Agents workshop.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About this document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Block 7 of 7, 3:40 to 4:15.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Where we are</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Step 7 of 7: your campus, and a 30-day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you will have at the end</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 30-day plan for your own campus, and your commitment on the wall.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Steps</a:t>
            </a:r>
          </a:p>
        </p:txBody>
      </p:sp>
      <p:sp>
        <p:nvSpPr>
          <p:cNvPr id="3" name="Content Placeholder 2"/>
          <p:cNvSpPr>
            <a:spLocks noGrp="1"/>
          </p:cNvSpPr>
          <p:nvPr>
            <p:ph idx="1"/>
          </p:nvPr>
        </p:nvSpPr>
        <p:spPr>
          <a:xfrm>
            <a:off x="548640" y="1554480"/>
            <a:ext cx="11064240" cy="4937760"/>
          </a:xfrm>
        </p:spPr>
        <p:txBody>
          <a:bodyPr wrap="square"/>
          <a:lstStyle/>
          <a:p>
            <a:pPr>
              <a:spcAft>
                <a:spcPts val="600"/>
              </a:spcAft>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Steps: In a browser</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1. </a:t>
            </a:r>
            <a:r>
              <a:rPr sz="2000" b="0" lang="en-US">
                <a:latin typeface="Arial"/>
              </a:rPr>
              <a:t>In the same conversation, paste the text for "Block 7: take it home" from letitglow.app/ahg/assistant, and press Enter.</a:t>
            </a:r>
          </a:p>
          <a:p>
            <a:pPr lvl="1">
              <a:spcAft>
                <a:spcPts val="600"/>
              </a:spcAft>
              <a:buNone/>
            </a:pPr>
            <a:r>
              <a:rPr sz="2000" b="0" lang="en-US">
                <a:latin typeface="Arial"/>
              </a:rPr>
              <a:t>2. </a:t>
            </a:r>
            <a:r>
              <a:rPr sz="2000" b="0" lang="en-US">
                <a:latin typeface="Arial"/>
              </a:rPr>
              <a:t>Answer six short questions: one workflow, one partner, one safeguard, a first step this week, who needs to know, and what it looks like if it worked.</a:t>
            </a:r>
          </a:p>
          <a:p>
            <a:pPr lvl="1">
              <a:spcAft>
                <a:spcPts val="600"/>
              </a:spcAft>
              <a:buNone/>
            </a:pPr>
            <a:r>
              <a:rPr sz="2000" b="0" lang="en-US">
                <a:latin typeface="Arial"/>
              </a:rPr>
              <a:t>3. </a:t>
            </a:r>
            <a:r>
              <a:rPr sz="2000" b="0" lang="en-US">
                <a:latin typeface="Arial"/>
              </a:rPr>
              <a:t>Your assistant gives your plan back in a box with a Copy button. Copy it into an email to yourself or a Word document.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Steps: In VS Code</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1. </a:t>
            </a:r>
            <a:r>
              <a:rPr sz="2000" b="0" lang="en-US">
                <a:latin typeface="Arial"/>
              </a:rPr>
              <a:t>Open Copilot Chat: Control+Alt+I on Windows, or Control+Command+I on a Mac.</a:t>
            </a:r>
          </a:p>
          <a:p>
            <a:pPr lvl="1">
              <a:spcAft>
                <a:spcPts val="600"/>
              </a:spcAft>
              <a:buNone/>
            </a:pPr>
            <a:r>
              <a:rPr sz="2000" b="0" lang="en-US">
                <a:latin typeface="Arial"/>
              </a:rPr>
              <a:t>2. </a:t>
            </a:r>
            <a:r>
              <a:rPr sz="2000" b="0" lang="en-US">
                <a:latin typeface="Arial"/>
              </a:rPr>
              <a:t>Type /my-30-day-plan and press Enter.</a:t>
            </a:r>
          </a:p>
          <a:p>
            <a:pPr lvl="1">
              <a:spcAft>
                <a:spcPts val="600"/>
              </a:spcAft>
              <a:buNone/>
            </a:pPr>
            <a:r>
              <a:rPr sz="2000" b="0" lang="en-US">
                <a:latin typeface="Arial"/>
              </a:rPr>
              <a:t>3. </a:t>
            </a:r>
            <a:r>
              <a:rPr sz="2000" b="0" lang="en-US">
                <a:latin typeface="Arial"/>
              </a:rPr>
              <a:t>Answer six short questions: one workflow, one partner, one safeguard, a first step this week, who needs to know, and what it looks like if it worked.</a:t>
            </a:r>
          </a:p>
          <a:p>
            <a:pPr lvl="1">
              <a:spcAft>
                <a:spcPts val="600"/>
              </a:spcAft>
              <a:buNone/>
            </a:pPr>
            <a:r>
              <a:rPr sz="2000" b="0" lang="en-US">
                <a:latin typeface="Arial"/>
              </a:rPr>
              <a:t>4. </a:t>
            </a:r>
            <a:r>
              <a:rPr sz="2000" b="0" lang="en-US">
                <a:latin typeface="Arial"/>
              </a:rPr>
              <a:t>Copilot saves your plan as my-30-day-plan.md in the kit.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Steps: Everyone</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1. </a:t>
            </a:r>
            <a:r>
              <a:rPr sz="2000" b="0" lang="en-US">
                <a:latin typeface="Arial"/>
              </a:rPr>
              <a:t>Open letitglow.app/w/ahg-2026/11 in your browser and add your one-sentence commitment for the wall. It appears with no name on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You are on track if</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Your plan is saved, and your commitment is 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If you are stuck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Read Maria's, Jordan's or Sam's plan in the examples folder, section 7, and adapt the one closest to yours.</a:t>
            </a:r>
          </a:p>
          <a:p>
            <a:pPr marL="0" indent="0">
              <a:spcAft>
                <a:spcPts val="600"/>
              </a:spcAft>
              <a:buNone/>
            </a:pPr>
            <a:r>
              <a:rPr sz="2000" b="0" lang="en-US">
                <a:latin typeface="Arial"/>
              </a:rPr>
              <a:t>Raise a hand at any time. A helper comes to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Your win</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You came in with a problem. You are leaving with an agent, a team and a plan.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On Monday</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Keep the kit. Everything in it works after today, with any AI assistant and the checkers you already have. To keep using the full Accessibility Agents project on your own laptop, read accessibility-agents.md in the kit, or community-access.org/start.html for step-by-step setup in each AI app. Help is at </a:t>
            </a:r>
            <a:r>
              <a:rPr sz="2000" b="0" lang="en-US">
                <a:latin typeface="Arial"/>
                <a:hlinkClick r:id="rId2"/>
              </a:rPr>
              <a:t>support@community-access.org</a:t>
            </a:r>
            <a:r>
              <a:rPr sz="2000" b="0" lang="en-US">
                <a:latin typeface="Aria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Step card 7: Take it home</dc:title>
  <dc:subject>A step card for the AHG 2026 Accessibility Agents workshop.</dc:subject>
  <dc:creator>Jeff Bishop, BITS</dc:creator>
  <cp:keywords/>
  <dc:description>generated using python-pptx</dc:description>
  <cp:lastModifiedBy>Jeff Bishop, BITS</cp:lastModifiedBy>
  <cp:revision>1</cp:revision>
  <dcterms:created xsi:type="dcterms:W3CDTF">2026-10-01T12:00:00Z</dcterms:created>
  <dcterms:modified xsi:type="dcterms:W3CDTF">2026-10-01T12:00:00Z</dcterms:modified>
  <cp:category/>
  <dc:language>en-US</dc:language>
</cp:coreProperties>
</file>