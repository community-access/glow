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mailto:support@community-access.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w3.org/TR/WCAG22/"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731520" y="1463040"/>
            <a:ext cx="10698480" cy="2011680"/>
          </a:xfrm>
        </p:spPr>
        <p:txBody>
          <a:bodyPr wrap="square"/>
          <a:lstStyle/>
          <a:p>
            <a:r>
              <a:rPr sz="4000" b="1" lang="en-US">
                <a:latin typeface="Arial"/>
              </a:rPr>
              <a:t>Step card 7: Take it home</a:t>
            </a:r>
          </a:p>
        </p:txBody>
      </p:sp>
      <p:sp>
        <p:nvSpPr>
          <p:cNvPr id="3" name="Subtitle 2"/>
          <p:cNvSpPr>
            <a:spLocks noGrp="1"/>
          </p:cNvSpPr>
          <p:nvPr>
            <p:ph type="subTitle" idx="1"/>
          </p:nvPr>
        </p:nvSpPr>
        <p:spPr>
          <a:xfrm>
            <a:off x="731520" y="3657600"/>
            <a:ext cx="10698480" cy="2194560"/>
          </a:xfrm>
        </p:spPr>
        <p:txBody>
          <a:bodyPr wrap="square"/>
          <a:lstStyle/>
          <a:p>
            <a:r>
              <a:rPr sz="2400" b="0" lang="en-US">
                <a:latin typeface="Arial"/>
              </a:rPr>
              <a:t>A step card for the AHG 2026 Accessibility Agents workshop.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About this document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Block 7 of 7, 3:40 to 4:15.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Where we are</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Step 7 of 7: your campus, and a 30-day plan.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What you will have at the end</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A 30-day plan for your own campus, and your commitment on the wall.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a:t>
            </a:r>
          </a:p>
        </p:txBody>
      </p:sp>
      <p:sp>
        <p:nvSpPr>
          <p:cNvPr id="3" name="Content Placeholder 2"/>
          <p:cNvSpPr>
            <a:spLocks noGrp="1"/>
          </p:cNvSpPr>
          <p:nvPr>
            <p:ph idx="1"/>
          </p:nvPr>
        </p:nvSpPr>
        <p:spPr>
          <a:xfrm>
            <a:off x="548640" y="1554480"/>
            <a:ext cx="11064240" cy="4937760"/>
          </a:xfrm>
        </p:spPr>
        <p:txBody>
          <a:bodyPr wrap="square"/>
          <a:lstStyle/>
          <a:p>
            <a:pPr>
              <a:spcAft>
                <a:spcPts val="600"/>
              </a:spcAft>
            </a:p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 In a browser</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1. </a:t>
            </a:r>
            <a:r>
              <a:rPr sz="2000" b="0" lang="en-US">
                <a:latin typeface="Arial"/>
              </a:rPr>
              <a:t>In the same conversation, paste the text for "Block 7: take it home" from letitglow.app/ahg/assistant, and press Enter.</a:t>
            </a:r>
          </a:p>
          <a:p>
            <a:pPr lvl="1">
              <a:spcAft>
                <a:spcPts val="600"/>
              </a:spcAft>
              <a:buNone/>
            </a:pPr>
            <a:r>
              <a:rPr sz="2000" b="0" lang="en-US">
                <a:latin typeface="Arial"/>
              </a:rPr>
              <a:t>2. </a:t>
            </a:r>
            <a:r>
              <a:rPr sz="2000" b="0" lang="en-US">
                <a:latin typeface="Arial"/>
              </a:rPr>
              <a:t>Answer six short questions: one workflow, one partner, one safeguard, a first step this week, who needs to know, and what it looks like if it worked.</a:t>
            </a:r>
          </a:p>
          <a:p>
            <a:pPr lvl="1">
              <a:spcAft>
                <a:spcPts val="600"/>
              </a:spcAft>
              <a:buNone/>
            </a:pPr>
            <a:r>
              <a:rPr sz="2000" b="0" lang="en-US">
                <a:latin typeface="Arial"/>
              </a:rPr>
              <a:t>3. </a:t>
            </a:r>
            <a:r>
              <a:rPr sz="2000" b="0" lang="en-US">
                <a:latin typeface="Arial"/>
              </a:rPr>
              <a:t>Your assistant gives your plan back in a box with a Copy button. Copy it into an email to yourself or a Word document.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 In VS Code</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1. </a:t>
            </a:r>
            <a:r>
              <a:rPr sz="2000" b="0" lang="en-US">
                <a:latin typeface="Arial"/>
              </a:rPr>
              <a:t>Open Copilot Chat: Control+Alt+I on Windows, or Control+Command+I on a Mac.</a:t>
            </a:r>
          </a:p>
          <a:p>
            <a:pPr lvl="1">
              <a:spcAft>
                <a:spcPts val="600"/>
              </a:spcAft>
              <a:buNone/>
            </a:pPr>
            <a:r>
              <a:rPr sz="2000" b="0" lang="en-US">
                <a:latin typeface="Arial"/>
              </a:rPr>
              <a:t>2. </a:t>
            </a:r>
            <a:r>
              <a:rPr sz="2000" b="0" lang="en-US">
                <a:latin typeface="Arial"/>
              </a:rPr>
              <a:t>Type /my-30-day-plan and press Enter.</a:t>
            </a:r>
          </a:p>
          <a:p>
            <a:pPr lvl="1">
              <a:spcAft>
                <a:spcPts val="600"/>
              </a:spcAft>
              <a:buNone/>
            </a:pPr>
            <a:r>
              <a:rPr sz="2000" b="0" lang="en-US">
                <a:latin typeface="Arial"/>
              </a:rPr>
              <a:t>3. </a:t>
            </a:r>
            <a:r>
              <a:rPr sz="2000" b="0" lang="en-US">
                <a:latin typeface="Arial"/>
              </a:rPr>
              <a:t>Answer six short questions: one workflow, one partner, one safeguard, a first step this week, who needs to know, and what it looks like if it worked.</a:t>
            </a:r>
          </a:p>
          <a:p>
            <a:pPr lvl="1">
              <a:spcAft>
                <a:spcPts val="600"/>
              </a:spcAft>
              <a:buNone/>
            </a:pPr>
            <a:r>
              <a:rPr sz="2000" b="0" lang="en-US">
                <a:latin typeface="Arial"/>
              </a:rPr>
              <a:t>4. </a:t>
            </a:r>
            <a:r>
              <a:rPr sz="2000" b="0" lang="en-US">
                <a:latin typeface="Arial"/>
              </a:rPr>
              <a:t>Copilot saves your plan as my-30-day-plan.md in the kit.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 Everyone</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1. </a:t>
            </a:r>
            <a:r>
              <a:rPr sz="2000" b="0" lang="en-US">
                <a:latin typeface="Arial"/>
              </a:rPr>
              <a:t>Open letitglow.app/w/ahg-2026/11 in your browser and add your one-sentence commitment for the wall. It appears with no name on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You are on track if</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Your plan is saved, and your commitment is 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If you are stuck</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Read Maria's, Jordan's or Sam's plan in the examples folder, section 7, and adapt the one closest to yours.</a:t>
            </a:r>
          </a:p>
          <a:p>
            <a:pPr marL="0" indent="0">
              <a:spcAft>
                <a:spcPts val="600"/>
              </a:spcAft>
              <a:buNone/>
            </a:pPr>
            <a:r>
              <a:rPr sz="2000" b="0" lang="en-US">
                <a:latin typeface="Arial"/>
              </a:rPr>
              <a:t>Raise a hand at any time. A helper comes to you.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Your win (1 of 2)</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You came in with a problem. You are leaving with an agent, a team and a plan.</a:t>
            </a:r>
          </a:p>
          <a:p>
            <a:pPr marL="0" indent="0">
              <a:spcAft>
                <a:spcPts val="600"/>
              </a:spcAft>
              <a:buNone/>
            </a:pPr>
            <a:r>
              <a:rPr sz="2000" b="0" lang="en-US">
                <a:latin typeface="Arial"/>
              </a:rPr>
              <a:t>And you can now:</a:t>
            </a:r>
          </a:p>
          <a:p>
            <a:pPr lvl="1">
              <a:spcAft>
                <a:spcPts val="600"/>
              </a:spcAft>
              <a:buNone/>
            </a:pPr>
            <a:r>
              <a:rPr sz="2000" b="0" lang="en-US">
                <a:latin typeface="Arial"/>
              </a:rPr>
              <a:t>1. </a:t>
            </a:r>
            <a:r>
              <a:rPr sz="2000" b="0" lang="en-US">
                <a:latin typeface="Arial"/>
              </a:rPr>
              <a:t>Describe an accessibility task as an agent. You wrote four versions of one.</a:t>
            </a:r>
          </a:p>
          <a:p>
            <a:pPr lvl="1">
              <a:spcAft>
                <a:spcPts val="600"/>
              </a:spcAft>
              <a:buNone/>
            </a:pPr>
            <a:r>
              <a:rPr sz="2000" b="0" lang="en-US">
                <a:latin typeface="Arial"/>
              </a:rPr>
              <a:t>2. </a:t>
            </a:r>
            <a:r>
              <a:rPr sz="2000" b="0" lang="en-US">
                <a:latin typeface="Arial"/>
              </a:rPr>
              <a:t>Ground an agent's answers in checker evidence, citing WCAG 2.2. That was your before and after.</a:t>
            </a:r>
          </a:p>
          <a:p>
            <a:pPr lvl="1">
              <a:spcAft>
                <a:spcPts val="600"/>
              </a:spcAft>
              <a:buNone/>
            </a:pPr>
            <a:r>
              <a:rPr sz="2000" b="0" lang="en-US">
                <a:latin typeface="Arial"/>
              </a:rPr>
              <a:t>3. </a:t>
            </a:r>
            <a:r>
              <a:rPr sz="2000" b="0" lang="en-US">
                <a:latin typeface="Arial"/>
              </a:rPr>
              <a:t>Name the barriers no checker finds, and write the review step that catches them. That is your agent's Human review.</a:t>
            </a:r>
          </a:p>
          <a:p>
            <a:pPr lvl="1">
              <a:spcAft>
                <a:spcPts val="600"/>
              </a:spcAft>
              <a:buNone/>
            </a:pPr>
            <a:r>
              <a:rPr sz="2000" b="0" lang="en-US">
                <a:latin typeface="Arial"/>
              </a:rPr>
              <a:t>4. </a:t>
            </a:r>
            <a:r>
              <a:rPr sz="2000" b="0" lang="en-US">
                <a:latin typeface="Arial"/>
              </a:rPr>
              <a:t>Explain how a team of specialists and a coordinator scales the work. Your agent has a section in the team report.</a:t>
            </a:r>
          </a:p>
          <a:p>
            <a:pPr lvl="1">
              <a:spcAft>
                <a:spcPts val="600"/>
              </a:spcAft>
              <a:buNone/>
            </a:pPr>
            <a:r>
              <a:rPr sz="2000" b="0" lang="en-US">
                <a:latin typeface="Arial"/>
              </a:rPr>
              <a:t>5. </a:t>
            </a:r>
            <a:r>
              <a:rPr sz="2000" b="0" lang="en-US">
                <a:latin typeface="Arial"/>
              </a:rPr>
              <a:t>Contribute to an open-source project, credited in your name. Your agent is in the collection.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Your win (2 of 2)</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6. </a:t>
            </a:r>
            <a:r>
              <a:rPr sz="2000" b="0" lang="en-US">
                <a:latin typeface="Arial"/>
              </a:rPr>
              <a:t>Plan one workflow for your own campus in the next 30 days. That is this plan.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On Monday</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To write your next agent on your own, follow </a:t>
            </a:r>
            <a:r>
              <a:rPr sz="2000" b="0" lang="en-US">
                <a:latin typeface="Consolas"/>
              </a:rPr>
              <a:t>write-your-own-agent.md</a:t>
            </a:r>
            <a:r>
              <a:rPr sz="2000" b="0" lang="en-US">
                <a:latin typeface="Arial"/>
              </a:rPr>
              <a:t> in the kit: eight steps, from a blank file to a shared agent, in any assistant. Keep the kit. Everything in it works after today, with any AI assistant and the checkers you already have. To keep using the full Accessibility Agents project on your own laptop, read accessibility-agents.md in the kit, or community-access.org/start.html for step-by-step setup in each AI app. Help is at </a:t>
            </a:r>
            <a:r>
              <a:rPr sz="2000" b="0" lang="en-US">
                <a:latin typeface="Arial"/>
                <a:hlinkClick r:id="rId2"/>
              </a:rPr>
              <a:t>support@community-access.org</a:t>
            </a:r>
            <a:r>
              <a:rPr sz="2000" b="0" lang="en-US">
                <a:latin typeface="Arial"/>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Sources</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Checked on 29 October 2026: the keys on this card are in the kit's README, with their sources. The standard every agent cites is </a:t>
            </a:r>
            <a:r>
              <a:rPr sz="2000" b="0" lang="en-US">
                <a:latin typeface="Arial"/>
                <a:hlinkClick r:id="rId2"/>
              </a:rPr>
              <a:t>WCAG 2.2</a:t>
            </a:r>
            <a:r>
              <a:rPr sz="2000" b="0" lang="en-US">
                <a:latin typeface="Arial"/>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Step card 7: Take it home</dc:title>
  <dc:subject>A step card for the AHG 2026 Accessibility Agents workshop.</dc:subject>
  <dc:creator>Jeff Bishop, BITS</dc:creator>
  <cp:keywords/>
  <dc:description>generated using python-pptx</dc:description>
  <cp:lastModifiedBy>Jeff Bishop, BITS</cp:lastModifiedBy>
  <cp:revision>1</cp:revision>
  <dcterms:created xsi:type="dcterms:W3CDTF">2026-10-01T12:00:00Z</dcterms:created>
  <dcterms:modified xsi:type="dcterms:W3CDTF">2026-10-01T12:00:00Z</dcterms:modified>
  <cp:category/>
  <dc:language>en-US</dc:language>
</cp:coreProperties>
</file>