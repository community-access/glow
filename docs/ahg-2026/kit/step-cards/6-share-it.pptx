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463040"/>
            <a:ext cx="10698480" cy="2011680"/>
          </a:xfrm>
        </p:spPr>
        <p:txBody>
          <a:bodyPr wrap="square"/>
          <a:lstStyle/>
          <a:p>
            <a:r>
              <a:rPr sz="4000" b="1" lang="en-US">
                <a:latin typeface="Arial"/>
              </a:rPr>
              <a:t>Step card 6: Share 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57600"/>
            <a:ext cx="10698480" cy="2194560"/>
          </a:xfrm>
        </p:spPr>
        <p:txBody>
          <a:bodyPr wrap="square"/>
          <a:lstStyle/>
          <a:p>
            <a:r>
              <a:rPr sz="2400" b="0" lang="en-US">
                <a:latin typeface="Arial"/>
              </a:rPr>
              <a:t>A step card for the AHG 2026 Accessibility Agents workshop.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About this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Block 6 of 7, 3:05 to 3:40.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Step 6 of 7: your best version, shared in an open-source collection, with your name on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What you will have at the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Your agent in the AHG 2026 collection on GitHub, committed in your name, and a reply that links to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The same on every path. You did this once before the day, with your practice agent.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1. </a:t>
            </a:r>
            <a:r>
              <a:rPr sz="2000" b="0" lang="en-US">
                <a:latin typeface="Arial"/>
              </a:rPr>
              <a:t>In your browser, open letitglow.app/ahg/share.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2. </a:t>
            </a:r>
            <a:r>
              <a:rPr sz="2000" b="0" lang="en-US">
                <a:latin typeface="Arial"/>
              </a:rPr>
              <a:t>Leave "My real agent" chosen.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3. </a:t>
            </a:r>
            <a:r>
              <a:rPr sz="2000" b="0" lang="en-US">
                <a:latin typeface="Arial"/>
              </a:rPr>
              <a:t>Give the page your agent. In VS Code: choose Your agent file, and pick my-agent/SKILL.md from the kit folder. In a browser: choose your newest SKILL.md, version 4, or paste your agent into "Your agent, as text". The page fills in your agent's short name, and says so.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4. </a:t>
            </a:r>
            <a:r>
              <a:rPr sz="2000" b="0" lang="en-US">
                <a:latin typeface="Arial"/>
              </a:rPr>
              <a:t>Press "Open the share form on GitHub". A new tab opens with GitHub's Share my agent form, already filled in: the workshop code, "My real agent", and your agent.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Steps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5. </a:t>
            </a:r>
            <a:r>
              <a:rPr sz="2000" b="0" lang="en-US">
                <a:latin typeface="Arial"/>
              </a:rPr>
              <a:t>Move to the end of the form. Tick the box that says your agent contains nothing private.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6. </a:t>
            </a:r>
            <a:r>
              <a:rPr sz="2000" b="0" lang="en-US">
                <a:latin typeface="Arial"/>
              </a:rPr>
              <a:t>Press "Submit new issue".</a:t>
            </a:r>
          </a:p>
          <a:p>
            <a:pPr lvl="1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7. </a:t>
            </a:r>
            <a:r>
              <a:rPr sz="2000" b="0" lang="en-US">
                <a:latin typeface="Arial"/>
              </a:rPr>
              <a:t>Wait about a minute, then read the reply that appears on the page. Press F5 to refresh if your screen reader does not announce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You are on track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The reply begins: Your agent is in. It names your agent, gives it a number in the collection, and links to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If you are 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If the reply begins Nearly there, it lists exactly what to fix. Open the menu at the top of the issue, choose Edit, fix it, and save; it is checked again straight away. If GitHub asks you to sign in, sign in and press the button again. Anything else: raise a hand, and a helper shares it with you. An agent shared with help is still yours.</a:t>
            </a:r>
          </a:p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Raise a hand at any time. A helper comes to you.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Your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Your agent is part of an open-source collection, committed in your name, so it shows on your own GitHub profile. At the end of the day it goes into the Accessibility Agents project with you credited.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1097280"/>
          </a:xfrm>
        </p:spPr>
        <p:txBody>
          <a:bodyPr wrap="square"/>
          <a:lstStyle/>
          <a:p>
            <a:r>
              <a:rPr sz="3600" b="1" lang="en-US">
                <a:latin typeface="Arial"/>
              </a:rPr>
              <a:t>On Monday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64240" cy="493776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2000" b="0" lang="en-US">
                <a:latin typeface="Arial"/>
              </a:rPr>
              <a:t>Your agent stays in the collection at github.com/Community-Access/ahg-2026, for anyone in higher education to use and improve. Yours included.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card 6: Share it</dc:title>
  <dc:subject>A step card for the AHG 2026 Accessibility Agents workshop.</dc:subject>
  <dc:creator>Jeff Bishop, BITS</dc:creator>
  <cp:keywords/>
  <dc:description>generated using python-pptx</dc:description>
  <cp:lastModifiedBy>Jeff Bishop, BITS</cp:lastModifiedBy>
  <cp:revision>1</cp:revision>
  <dcterms:created xsi:type="dcterms:W3CDTF">2026-10-01T12:00:00Z</dcterms:created>
  <dcterms:modified xsi:type="dcterms:W3CDTF">2026-10-01T12:00:00Z</dcterms:modified>
  <cp:category/>
  <dc:language>en-US</dc:language>
</cp:coreProperties>
</file>