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support@community-access.or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463040"/>
            <a:ext cx="10698480" cy="2011680"/>
          </a:xfrm>
        </p:spPr>
        <p:txBody>
          <a:bodyPr wrap="square"/>
          <a:lstStyle/>
          <a:p>
            <a:r>
              <a:rPr sz="4000" b="1" lang="en-US">
                <a:latin typeface="Arial"/>
              </a:rPr>
              <a:t>Welcome to the AHG 2026 agent kit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698480" cy="2194560"/>
          </a:xfrm>
        </p:spPr>
        <p:txBody>
          <a:bodyPr wrap="square"/>
          <a:lstStyle/>
          <a:p>
            <a:r>
              <a:rPr sz="2400" b="0" lang="en-US">
                <a:latin typeface="Arial"/>
              </a:rPr>
              <a:t>Welcome page for the AHG 2026 agent kit.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About this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 are in the right place. This page opens by itself when you open the kit in VS Code. Nothing here needs code, and nothing here can break.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Three paths into the same 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Every path gives you the same agent, the same team report and the same share on GitHub. letitglow.app/ahg/paths compares them.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In a browser: no kit needed. Open letitglow.app/ahg/assistant, copy each block's text, and paste it into ChatGPT, Copilot on github.com, Claude, Gemini or your campus assistant. The same texts are in this kit, in </a:t>
            </a:r>
            <a:r>
              <a:rPr sz="2000" b="0" lang="en-US">
                <a:latin typeface="Consolas"/>
              </a:rPr>
              <a:t>any-assistant/</a:t>
            </a:r>
            <a:r>
              <a:rPr sz="2000" b="0" lang="en-US">
                <a:latin typeface="Arial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In VS Code on your computer: you are probably reading this there. Each block is one command in Copilot Chat.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In VS Code for the Web: the same, at vscode.dev in Chrome or Edge, with this folder opened from your laptop.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Start here, in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Open Copilot Chat: Control+Alt+I on Windows, or Control+Command+I on a Mac.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Type /ready-check and press Enter. Copilot checks five things and tells you that you are ready.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If a banner says Restricted Mode, choose Manage, then Trust first. It is the workshop kit, and Copilot cannot work on its files until you trust it.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Every block of the day has its own command, listed below, and its own step card in the step-cards folder.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The day, one command per block (1 of 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Each command is typed into Copilot Chat. On the browser path, the same block is one text on letitglow.app/ahg/assistant. The step card for each block has every key and every expected result in 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The day, one command per block (2 of 4)</a:t>
            </a:r>
          </a:p>
        </p:txBody>
      </p:sp>
      <p:graphicFrame>
        <p:nvGraphicFramePr>
          <p:cNvPr id="3" name="Table 2" descr="Table: The day, one command per block. Columns: Block, Time, Command, What you get."/>
          <p:cNvGraphicFramePr>
            <a:graphicFrameLocks noGrp="1"/>
          </p:cNvGraphicFramePr>
          <p:nvPr/>
        </p:nvGraphicFramePr>
        <p:xfrm>
          <a:off x="548640" y="155448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What you get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1. Why we are here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10:30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/ready-check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A ready laptop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2. Design your agent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10:50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/design-my-agent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Your own agent, in </a:t>
                      </a:r>
                      <a:r>
                        <a:rPr sz="1800" b="0" lang="en-US">
                          <a:latin typeface="Consolas"/>
                        </a:rPr>
                        <a:t>my-agent/SKILL.md</a:t>
                      </a:r>
                      <a:r>
                        <a:rPr sz="1800" b="0" lang="en-US">
                          <a:latin typeface="Arial"/>
                        </a:rPr>
                        <a:t>: version 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3. Your agent at work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11:40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/try-my-agent, then /review-my-agent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Its first answer on a course document, and version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The day, one command per block (3 of 4)</a:t>
            </a:r>
          </a:p>
        </p:txBody>
      </p:sp>
      <p:graphicFrame>
        <p:nvGraphicFramePr>
          <p:cNvPr id="3" name="Table 2" descr="Table: The day, one command per block. Columns: Block, Time, Command, What you get."/>
          <p:cNvGraphicFramePr>
            <a:graphicFrameLocks noGrp="1"/>
          </p:cNvGraphicFramePr>
          <p:nvPr/>
        </p:nvGraphicFramePr>
        <p:xfrm>
          <a:off x="548640" y="155448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What you get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4. Ground it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1:15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/ground-my-agent, then /review-my-agent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Cited answers from real evidence, and version 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5. Build the office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2:15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/run-the-office, then /review-my-agent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Your agent in a team, across the whole course, and version 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6. Share it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3:05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letitglow.app/ahg/share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Your best version in the collection, in your name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The day, one command per block (4 of 4)</a:t>
            </a:r>
          </a:p>
        </p:txBody>
      </p:sp>
      <p:graphicFrame>
        <p:nvGraphicFramePr>
          <p:cNvPr id="3" name="Table 2" descr="Table: The day, one command per block. Columns: Block, Time, Command, What you get."/>
          <p:cNvGraphicFramePr>
            <a:graphicFrameLocks noGrp="1"/>
          </p:cNvGraphicFramePr>
          <p:nvPr/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What you get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7. Take it home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3:40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/my-30-day-plan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A 30-day plan for your campus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is in this folder (1 of 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This list follows the folders in the Explorer, top to bottom.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is in this folder (2 of 6)</a:t>
            </a:r>
          </a:p>
        </p:txBody>
      </p:sp>
      <p:graphicFrame>
        <p:nvGraphicFramePr>
          <p:cNvPr id="3" name="Table 2" descr="Table: What is in this folder. Columns: Folder or file, What it is."/>
          <p:cNvGraphicFramePr>
            <a:graphicFrameLocks noGrp="1"/>
          </p:cNvGraphicFramePr>
          <p:nvPr/>
        </p:nvGraphicFramePr>
        <p:xfrm>
          <a:off x="548640" y="155448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Folder or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What it is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.github/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The commands above, as agent skills in </a:t>
                      </a:r>
                      <a:r>
                        <a:rPr sz="1800" b="0" lang="en-US">
                          <a:latin typeface="Consolas"/>
                        </a:rPr>
                        <a:t>skills/</a:t>
                      </a:r>
                      <a:r>
                        <a:rPr sz="1800" b="0" lang="en-US">
                          <a:latin typeface="Arial"/>
                        </a:rPr>
                        <a:t>, beside all 113 Accessibility Agents skills; the office coordinator in </a:t>
                      </a:r>
                      <a:r>
                        <a:rPr sz="1800" b="0" lang="en-US">
                          <a:latin typeface="Consolas"/>
                        </a:rPr>
                        <a:t>agents/</a:t>
                      </a:r>
                      <a:r>
                        <a:rPr sz="1800" b="0" lang="en-US">
                          <a:latin typeface="Arial"/>
                        </a:rPr>
                        <a:t>; and the workshop's rules for Copilot. You do not need to open it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.vscode/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Settings for larger text and screen readers. You do not need to open it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is in this folder (3 of 6)</a:t>
            </a:r>
          </a:p>
        </p:txBody>
      </p:sp>
      <p:graphicFrame>
        <p:nvGraphicFramePr>
          <p:cNvPr id="3" name="Table 2" descr="Table: What is in this folder. Columns: Folder or file, What it is."/>
          <p:cNvGraphicFramePr>
            <a:graphicFrameLocks noGrp="1"/>
          </p:cNvGraphicFramePr>
          <p:nvPr/>
        </p:nvGraphicFramePr>
        <p:xfrm>
          <a:off x="548640" y="155448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Folder or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What it is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any-assistant/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One text per block for the browser path, to paste into any AI assistant; the review text; and four Accessibility Agents texts, </a:t>
                      </a:r>
                      <a:r>
                        <a:rPr sz="1800" b="0" lang="en-US">
                          <a:latin typeface="Consolas"/>
                        </a:rPr>
                        <a:t>aa-*.txt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examples/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Finished work for every step. Maria, Jordan and Sam's stories, and six ready-made agents in </a:t>
                      </a:r>
                      <a:r>
                        <a:rPr sz="1800" b="0" lang="en-US">
                          <a:latin typeface="Consolas"/>
                        </a:rPr>
                        <a:t>examples/agents/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my-agent/SKILL.md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Your agent. Seven headings: Role, Task, Trusted guidance, Output format, Example, Human review, Never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is in this folder (4 of 6)</a:t>
            </a:r>
          </a:p>
        </p:txBody>
      </p:sp>
      <p:graphicFrame>
        <p:nvGraphicFramePr>
          <p:cNvPr id="3" name="Table 2" descr="Table: What is in this folder. Columns: Folder or file, What it is."/>
          <p:cNvGraphicFramePr>
            <a:graphicFrameLocks noGrp="1"/>
          </p:cNvGraphicFramePr>
          <p:nvPr/>
        </p:nvGraphicFramePr>
        <p:xfrm>
          <a:off x="548640" y="155448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Folder or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What it is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office-team/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The accessibility office: eight specialists your agent joins this afternoon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sample-course/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PSY 101, the course everyone works on, with barriers planted on purpose, and </a:t>
                      </a:r>
                      <a:r>
                        <a:rPr sz="1800" b="0" lang="en-US">
                          <a:latin typeface="Consolas"/>
                        </a:rPr>
                        <a:t>evidence/</a:t>
                      </a:r>
                      <a:r>
                        <a:rPr sz="1800" b="0" lang="en-US">
                          <a:latin typeface="Arial"/>
                        </a:rPr>
                        <a:t> with each file's checker report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step-cards/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One card per block, as Markdown and as large print Word files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share-my-agent.html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The offline copy of the share page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is in this folder (5 of 6)</a:t>
            </a:r>
          </a:p>
        </p:txBody>
      </p:sp>
      <p:graphicFrame>
        <p:nvGraphicFramePr>
          <p:cNvPr id="3" name="Table 2" descr="Table: What is in this folder. Columns: Folder or file, What it is."/>
          <p:cNvGraphicFramePr>
            <a:graphicFrameLocks noGrp="1"/>
          </p:cNvGraphicFramePr>
          <p:nvPr/>
        </p:nvGraphicFramePr>
        <p:xfrm>
          <a:off x="548640" y="155448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Folder or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What it is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ahg-2026.code-profile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The AHG 2026 VS Code profile, if you need to import it again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accessibility-agents.md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Accessibility Agents after today: the six entry points, and how to keep using it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accessibility-agents-in-the-kit.md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Which Accessibility Agents skills work fully in this kit, and what the rest do instead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accessibility-agents-LICENSE.txt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Accessibility Agents' MIT licence, which travels with its skills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is in this folder (6 of 6)</a:t>
            </a:r>
          </a:p>
        </p:txBody>
      </p:sp>
      <p:graphicFrame>
        <p:nvGraphicFramePr>
          <p:cNvPr id="3" name="Table 2" descr="Table: What is in this folder. Columns: Folder or file, What it is."/>
          <p:cNvGraphicFramePr>
            <a:graphicFrameLocks noGrp="1"/>
          </p:cNvGraphicFramePr>
          <p:nvPr/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Folder or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What it is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agent-file-principles.md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What makes a good agent file, and the twelve review questions /review-my-agent uses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 cannot fall behind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Every step has a finished version in </a:t>
            </a:r>
            <a:r>
              <a:rPr sz="2000" b="0" lang="en-US">
                <a:latin typeface="Consolas"/>
              </a:rPr>
              <a:t>examples/</a:t>
            </a:r>
            <a:r>
              <a:rPr sz="2000" b="0" lang="en-US">
                <a:latin typeface="Arial"/>
              </a:rPr>
              <a:t>. If anything goes wrong, start from one of the six ready-made agents in </a:t>
            </a:r>
            <a:r>
              <a:rPr sz="2000" b="0" lang="en-US">
                <a:latin typeface="Consolas"/>
              </a:rPr>
              <a:t>examples/agents/</a:t>
            </a:r>
            <a:r>
              <a:rPr sz="2000" b="0" lang="en-US">
                <a:latin typeface="Arial"/>
              </a:rPr>
              <a:t>, put your name on it, and carry on. That is still your agent, and it still goes into the open-source project with your name on it. If VS Code gives you trouble, switch to the browser path and carry on from the same block.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Keys worth knowing (1 of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These work in every part of VS Code, on a computer and at vscode.dev.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Keys worth knowing (2 of 2)</a:t>
            </a:r>
          </a:p>
        </p:txBody>
      </p:sp>
      <p:graphicFrame>
        <p:nvGraphicFramePr>
          <p:cNvPr id="3" name="Table 2" descr="Table: Keys worth knowing. Columns: To, Windows, Mac."/>
          <p:cNvGraphicFramePr>
            <a:graphicFrameLocks noGrp="1"/>
          </p:cNvGraphicFramePr>
          <p:nvPr/>
        </p:nvGraphicFramePr>
        <p:xfrm>
          <a:off x="548640" y="155448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Windows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Mac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Open Copilot Chat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Control+Alt+I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Control+Command+I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Read Copilot's last answer as plain text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Alt+F2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Option+F2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Open any file by name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Control+P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Command+P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Find any command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Control+Shift+P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Command+Shift+P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Move between parts of the window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F6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F6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Accessibility help for where you are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Alt+F1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Option+F1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The two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Never paste anything private into any AI: student records, health or disability information, or anyone's name. Use the sample course.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Every agent ends with a person checking its work.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Help, before or after the day: </a:t>
            </a:r>
            <a:r>
              <a:rPr sz="2000" b="0" lang="en-US">
                <a:latin typeface="Arial"/>
                <a:hlinkClick r:id="rId2"/>
              </a:rPr>
              <a:t>support@community-access.org</a:t>
            </a:r>
            <a:r>
              <a:rPr sz="2000" b="0" lang="en-US"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AHG 2026 agent kit</dc:title>
  <dc:subject>Welcome page for the AHG 2026 agent kit.</dc:subject>
  <dc:creator>Jeff Bishop, BITS</dc:creator>
  <cp:keywords/>
  <dc:description>generated using python-pptx</dc:description>
  <cp:lastModifiedBy>Jeff Bishop, BITS</cp:lastModifiedBy>
  <cp:revision>1</cp:revision>
  <dcterms:created xsi:type="dcterms:W3CDTF">2026-10-01T12:00:00Z</dcterms:created>
  <dcterms:modified xsi:type="dcterms:W3CDTF">2026-10-01T12:00:00Z</dcterms:modified>
  <cp:category/>
  <dc:language>en-US</dc:language>
</cp:coreProperties>
</file>