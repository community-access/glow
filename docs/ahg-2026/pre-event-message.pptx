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upport@community-access.or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Pre-event message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The setup message sent to registered participants before the AHG 2026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Send this to registered participants by 20 October, again on 6 November, and again two days before. It is the setup checklist for the day, so it has to be short, numbered and impossible to misread.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Keep the first screen to what to do. Everything else comes after.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Subject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Accessibility Agents workshop, 16 November: choose a path, 10 to 25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Hello,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 are booked into Accessibility Agents: Building Human-Centered AI Workflows, the full-day workshop at Accessing Higher Ground on Monday 16 November, 10:30 AM to 4:30 PM Mountain Time, in Matchless.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By the end of the day you will have designed your own accessibility agent, added it to a team of agents that works through a whole course, and contributed it to an open-source project with your name on it. You do not need to be a developer. You do not need to have used VS Code or GitHub before. Every step on the day comes with a step card and a helper.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Body: Before the day: choose a path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There are three paths into the same day, and every one ends with your own agent, shared on GitHub with your name on it. letitglow.app/ahg/paths compares them. Not sure? Take the browser path.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The browser path, about 10 minutes, nothing to install: use ChatGPT, Copilot on github.com, Claude, Gemini or your campus assistant, signed in.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VS Code on your computer, about 25 minutes: install VS Code and import the AHG 2026 profile.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VS Code for the Web, about 15 minutes, nothing to install: the same VS Code at vscode.dev, in Chrome or Edge.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Then, on any path: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Make a free GitHub account at github.com, if you do not have one. Use your work email if your institution allows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Body: Before the day: choose a path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Follow your path's steps at letitglow.app/ahg/paths, and run the ready check. It takes two minutes and tells you whether you are set.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Share your practice agent at letitglow.app/ahg/share: one form, one button, and a reply within a minute. On the day you do it once more, with your real agent.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Answer the five-minute survey at letitglow.app/ahg/survey, so we have your path, your laptop and any access needs ready on the day.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If a step does not work, write to </a:t>
            </a:r>
            <a:r>
              <a:rPr sz="2000" b="0" lang="en-US">
                <a:latin typeface="Arial"/>
                <a:hlinkClick r:id="rId2"/>
              </a:rPr>
              <a:t>support@community-access.org</a:t>
            </a:r>
            <a:r>
              <a:rPr sz="2000" b="0" lang="en-US">
                <a:latin typeface="Arial"/>
              </a:rPr>
              <a:t> before the day, or come to the setup table outside the room from 10:00 on the day. Locked-down work laptop? Take the browser path: it needs nothing installed. Or write to us; we will sort it out together, and nobody is left out on the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Body: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A Windows or Mac laptop and its charger.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Headphones, if you use a screen reader. Read "If you use a screen reader" in the kit's README before the day; it is at letitglow.app/ahg/kit.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One real accessibility problem from your job. Nothing private: no student names, records or accommodation details. You will work on a sample course, and your problem is what makes your agent yours.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Body: What the day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Morning: design your agent in plain English, and see it work on a course document with GitHub Copilot or the assistant you chose.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After lunch: ground it in real evidence from GLOW, axe and Accessibility Insights, so it cites WCAG 2.2 instead of guessing.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Afternoon: add it to an agent team and watch the team work through the whole course, then share it to the open-source AHG 2026 collection on GitHub, with one form and your name on it.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The last five minutes are the session evaluation. It shapes next year's conference.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Body: If you need anything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Large print, a particular seat, a pause, a repeat: ask for any of it, before or during. That is not an interruption of this workshop; it is the point of it.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See you in Denver,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Jeff Bishop BITS, an affiliate of the American Council of the Blind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Notes for whoever sends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Before the first send, open the setup page in a private window on Windows and on a Mac, import the profile, and run the ready check.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Second send (6 November): this version, with the three paths. Say plainly that anyone who already set up VS Code is done and stays on that path; the browser path is a simpler option, not a change of plan. Add: "if you have done these, run the ready check once more."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Last send (two days before): three lines. Bring your laptop and charger; open the ready check; the setup table opens at 10:00.</a:t>
            </a:r>
          </a:p>
          <a:p>
            <a:pPr lvl="1">
              <a:spcAft>
                <a:spcPts val="600"/>
              </a:spcAft>
            </a:pPr>
            <a:r>
              <a:rPr sz="2000" b="0" lang="en-US">
                <a:latin typeface="Arial"/>
              </a:rPr>
              <a:t>Keep the privacy line. Nothing private goes into any AI, 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Pre-event message</dc:title>
  <dc:subject>The setup message sent to registered participants before the AHG 2026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