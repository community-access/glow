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upport@community-access.or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Community-Access/accessibility-agent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463040"/>
            <a:ext cx="10698480" cy="2011680"/>
          </a:xfrm>
        </p:spPr>
        <p:txBody>
          <a:bodyPr wrap="square"/>
          <a:lstStyle/>
          <a:p>
            <a:r>
              <a:rPr sz="4000" b="1" lang="en-US">
                <a:latin typeface="Arial"/>
              </a:rPr>
              <a:t>Accessibility Agents at AHG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2194560"/>
          </a:xfrm>
        </p:spPr>
        <p:txBody>
          <a:bodyPr wrap="square"/>
          <a:lstStyle/>
          <a:p>
            <a:r>
              <a:rPr sz="2400" b="0" lang="en-US">
                <a:latin typeface="Arial"/>
              </a:rPr>
              <a:t>The workshop kit and every accessibility agent built at Accessing Higher Ground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This is the home of "Accessibility Agents: Building Human-Centered AI Workflows for Trusted Accessibility Automation at Scale", a full-day workshop at Accessing Higher Ground, Monday 16 November 2026, in Denver.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People who work in higher education accessibility come in with a problem and leave with an accessibility agent of their own, written in plain English, grounded in real evidence, working inside a team of agents, and shared here with their name on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If you are taking the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Everything starts at the setup page: </a:t>
            </a:r>
            <a:r>
              <a:rPr sz="2000" b="0" lang="en-US">
                <a:latin typeface="Consolas"/>
              </a:rPr>
              <a:t>https://letitglow.app/workshop/ahg-2026</a:t>
            </a:r>
            <a:r>
              <a:rPr sz="2000" b="0" lang="en-US">
                <a:latin typeface="Arial"/>
              </a:rPr>
              <a:t>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Follow the four setup steps there. About 20 minutes, no code.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Share your practice agent, using the share page. It takes one form and one button, and you get a reply here within about a minute.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On the day, you will do the same with your real agent.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Stuck at any point? Write to </a:t>
            </a:r>
            <a:r>
              <a:rPr sz="2000" b="0" lang="en-US">
                <a:latin typeface="Arial"/>
                <a:hlinkClick r:id="rId2"/>
              </a:rPr>
              <a:t>support@community-access.org</a:t>
            </a:r>
            <a:r>
              <a:rPr sz="2000" b="0" lang="en-US">
                <a:latin typeface="Arial"/>
              </a:rPr>
              <a:t>. A person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Sharing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 do not need to know Git, and you never make a fork or a pull request.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Open the share page: </a:t>
            </a:r>
            <a:r>
              <a:rPr sz="2000" b="0" lang="en-US">
                <a:latin typeface="Consolas"/>
              </a:rPr>
              <a:t>https://letitglow.app/workshop/ahg-2026/share</a:t>
            </a:r>
            <a:r>
              <a:rPr sz="2000" b="0" lang="en-US">
                <a:latin typeface="Arial"/>
              </a:rPr>
              <a:t>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Choose your agent file. The page fills in a short form here on GitHub.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Check the workshop code, tick the privacy box, and press Submit new issue.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A reply arrives on that page within about a minute. Either your agent is in, with a link to it and your name on it, or the reply says exactly what to fix. To fix something, edit the issue and save; it is checked again straight away.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 is committed in your name, so it shows on your own GitHub profile.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What is here (1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The table lists each folder and what it holds.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What is here (2 of 3)</a:t>
            </a:r>
          </a:p>
        </p:txBody>
      </p:sp>
      <p:graphicFrame>
        <p:nvGraphicFramePr>
          <p:cNvPr id="3" name="Table 2" descr="Table: What is here. Columns: Folder, What it holds.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What it holds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Consolas"/>
                        </a:rPr>
                        <a:t>agents/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Every agent shared on the day, one folder per person, and the gallery in </a:t>
                      </a:r>
                      <a:r>
                        <a:rPr sz="1800" b="0" lang="en-US">
                          <a:latin typeface="Consolas"/>
                        </a:rPr>
                        <a:t>agents/README.md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Consolas"/>
                        </a:rPr>
                        <a:t>practice/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Practice agents shared before the 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Consolas"/>
                        </a:rPr>
                        <a:t>kit/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agent kit: open this folder in VS Code on a computer or at vscode.dev. The browser path uses its </a:t>
                      </a:r>
                      <a:r>
                        <a:rPr sz="1800" b="0" lang="en-US">
                          <a:latin typeface="Consolas"/>
                        </a:rPr>
                        <a:t>any-assistant/</a:t>
                      </a:r>
                      <a:r>
                        <a:rPr sz="1800" b="0" lang="en-US">
                          <a:latin typeface="Arial"/>
                        </a:rPr>
                        <a:t> texts, also at letitglow.app/ahg/assistant. The same kit downloads from the setup page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What is here (3 of 3)</a:t>
            </a:r>
          </a:p>
        </p:txBody>
      </p:sp>
      <p:graphicFrame>
        <p:nvGraphicFramePr>
          <p:cNvPr id="3" name="Table 2" descr="Table: What is here. Columns: Folder, What it holds."/>
          <p:cNvGraphicFramePr>
            <a:graphicFrameLocks noGrp="1"/>
          </p:cNvGraphicFramePr>
          <p:nvPr/>
        </p:nvGraphicFramePr>
        <p:xfrm>
          <a:off x="548640" y="155448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What it holds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Consolas"/>
                        </a:rPr>
                        <a:t>.github/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share form and the automation that adds each agent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Consolas"/>
                        </a:rPr>
                        <a:t>scripts/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script that sends every agent to the Accessibility Agents project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Where the agents go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At the end of the day, every agent in </a:t>
            </a:r>
            <a:r>
              <a:rPr sz="2000" b="0" lang="en-US">
                <a:latin typeface="Consolas"/>
              </a:rPr>
              <a:t>agents/</a:t>
            </a:r>
            <a:r>
              <a:rPr sz="2000" b="0" lang="en-US">
                <a:latin typeface="Arial"/>
              </a:rPr>
              <a:t> goes into the open-source </a:t>
            </a:r>
            <a:r>
              <a:rPr sz="2000" b="0" lang="en-US">
                <a:latin typeface="Arial"/>
                <a:hlinkClick r:id="rId2"/>
              </a:rPr>
              <a:t>Accessibility Agents</a:t>
            </a:r>
            <a:r>
              <a:rPr sz="2000" b="0" lang="en-US">
                <a:latin typeface="Arial"/>
              </a:rPr>
              <a:t> project, in its </a:t>
            </a:r>
            <a:r>
              <a:rPr sz="2000" b="0" lang="en-US">
                <a:latin typeface="Consolas"/>
              </a:rPr>
              <a:t>community/ahg-2026/</a:t>
            </a:r>
            <a:r>
              <a:rPr sz="2000" b="0" lang="en-US">
                <a:latin typeface="Arial"/>
              </a:rPr>
              <a:t> folder, with each author credited as a co-author of that contribution.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Two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Nothing private goes into any agent: no student names, records, accommodation details or health information. The share form checks for the obvious ones.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Every agent ends with a person checking its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Licence and owners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Everything here is under the MIT licence. The repository belongs to Community Access and is looked after by Jeff Bishop.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Accessibility Agents at AHG 2026</dc:title>
  <dc:subject>The workshop kit and every accessibility agent built at Accessing Higher Ground 2026.</dc:subject>
  <dc:creator>Jeff Bishop, BITS</dc:creator>
  <cp:keywords/>
  <dc:description>generated using python-pptx</dc:description>
  <cp:lastModifiedBy>Jeff Bishop, BITS</cp:lastModifiedBy>
  <cp:revision>1</cp:revision>
  <dcterms:created xsi:type="dcterms:W3CDTF">2026-10-01T12:00:00Z</dcterms:created>
  <dcterms:modified xsi:type="dcterms:W3CDTF">2026-10-01T12:00:00Z</dcterms:modified>
  <cp:category/>
  <dc:language>en-US</dc:language>
</cp:coreProperties>
</file>